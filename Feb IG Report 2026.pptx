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ppt/charts/chart4.xml" ContentType="application/vnd.openxmlformats-officedocument.drawingml.chart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01" r:id="rId2"/>
    <p:sldId id="268" r:id="rId3"/>
    <p:sldId id="258" r:id="rId4"/>
    <p:sldId id="283" r:id="rId5"/>
    <p:sldId id="297" r:id="rId6"/>
    <p:sldId id="298" r:id="rId7"/>
    <p:sldId id="289" r:id="rId8"/>
    <p:sldId id="284" r:id="rId9"/>
    <p:sldId id="299" r:id="rId10"/>
    <p:sldId id="285" r:id="rId11"/>
    <p:sldId id="300" r:id="rId12"/>
    <p:sldId id="286" r:id="rId13"/>
    <p:sldId id="295" r:id="rId14"/>
    <p:sldId id="296" r:id="rId15"/>
    <p:sldId id="287" r:id="rId16"/>
    <p:sldId id="269" r:id="rId17"/>
    <p:sldId id="26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0800396389600704E-2"/>
          <c:y val="6.3534239879966786E-2"/>
          <c:w val="0.85937072154969851"/>
          <c:h val="0.7752920106407633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 Qty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7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IG.14</c:v>
                </c:pt>
                <c:pt idx="1">
                  <c:v>IG.01</c:v>
                </c:pt>
                <c:pt idx="2">
                  <c:v>IG.16</c:v>
                </c:pt>
                <c:pt idx="3">
                  <c:v>IG.15</c:v>
                </c:pt>
                <c:pt idx="4">
                  <c:v>IG.18</c:v>
                </c:pt>
                <c:pt idx="5">
                  <c:v>IG.04</c:v>
                </c:pt>
                <c:pt idx="6">
                  <c:v>IG.11</c:v>
                </c:pt>
                <c:pt idx="7">
                  <c:v>IG.20</c:v>
                </c:pt>
                <c:pt idx="8">
                  <c:v>IG.13</c:v>
                </c:pt>
                <c:pt idx="9">
                  <c:v>IG.12</c:v>
                </c:pt>
                <c:pt idx="10">
                  <c:v>IG.17</c:v>
                </c:pt>
                <c:pt idx="11">
                  <c:v>IG.19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62622</c:v>
                </c:pt>
                <c:pt idx="1">
                  <c:v>60997</c:v>
                </c:pt>
                <c:pt idx="2">
                  <c:v>52484</c:v>
                </c:pt>
                <c:pt idx="3">
                  <c:v>50667</c:v>
                </c:pt>
                <c:pt idx="4">
                  <c:v>38763</c:v>
                </c:pt>
                <c:pt idx="5">
                  <c:v>37097</c:v>
                </c:pt>
                <c:pt idx="6">
                  <c:v>32035</c:v>
                </c:pt>
                <c:pt idx="7">
                  <c:v>28290</c:v>
                </c:pt>
                <c:pt idx="8">
                  <c:v>25877</c:v>
                </c:pt>
                <c:pt idx="9">
                  <c:v>21474</c:v>
                </c:pt>
                <c:pt idx="10">
                  <c:v>13697</c:v>
                </c:pt>
                <c:pt idx="11">
                  <c:v>5520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16-46D1-B669-C945A49664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Good Qty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  <a:effectLst/>
          </c:spPr>
          <c:invertIfNegative val="0"/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7B2E-47B3-AB6F-9EC8144E42E9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B2E-47B3-AB6F-9EC8144E42E9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216-46D1-B669-C945A49664A4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7B2E-47B3-AB6F-9EC8144E42E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7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IG.14</c:v>
                </c:pt>
                <c:pt idx="1">
                  <c:v>IG.01</c:v>
                </c:pt>
                <c:pt idx="2">
                  <c:v>IG.16</c:v>
                </c:pt>
                <c:pt idx="3">
                  <c:v>IG.15</c:v>
                </c:pt>
                <c:pt idx="4">
                  <c:v>IG.18</c:v>
                </c:pt>
                <c:pt idx="5">
                  <c:v>IG.04</c:v>
                </c:pt>
                <c:pt idx="6">
                  <c:v>IG.11</c:v>
                </c:pt>
                <c:pt idx="7">
                  <c:v>IG.20</c:v>
                </c:pt>
                <c:pt idx="8">
                  <c:v>IG.13</c:v>
                </c:pt>
                <c:pt idx="9">
                  <c:v>IG.12</c:v>
                </c:pt>
                <c:pt idx="10">
                  <c:v>IG.17</c:v>
                </c:pt>
                <c:pt idx="11">
                  <c:v>IG.19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49901</c:v>
                </c:pt>
                <c:pt idx="1">
                  <c:v>48836</c:v>
                </c:pt>
                <c:pt idx="2">
                  <c:v>42431</c:v>
                </c:pt>
                <c:pt idx="3">
                  <c:v>33484</c:v>
                </c:pt>
                <c:pt idx="4">
                  <c:v>23871</c:v>
                </c:pt>
                <c:pt idx="5">
                  <c:v>21625</c:v>
                </c:pt>
                <c:pt idx="6">
                  <c:v>15504</c:v>
                </c:pt>
                <c:pt idx="7">
                  <c:v>12059</c:v>
                </c:pt>
                <c:pt idx="8">
                  <c:v>13808</c:v>
                </c:pt>
                <c:pt idx="9">
                  <c:v>13855</c:v>
                </c:pt>
                <c:pt idx="10">
                  <c:v>5716</c:v>
                </c:pt>
                <c:pt idx="11">
                  <c:v>2641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16-46D1-B669-C945A49664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7415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533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A2533"/>
                </a:solidFill>
                <a:latin typeface="Arial"/>
              </a:rPr>
              <a:t>OEE % per Machine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OEE %</c:v>
                </c:pt>
              </c:strCache>
            </c:strRef>
          </c:tx>
          <c:spPr>
            <a:solidFill>
              <a:srgbClr val="1C6E7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2D0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AB1-403F-BDA8-C387C162426D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AAB1-403F-BDA8-C387C162426D}"/>
              </c:ext>
            </c:extLst>
          </c:dPt>
          <c:dPt>
            <c:idx val="6"/>
            <c:invertIfNegative val="0"/>
            <c:bubble3D val="0"/>
            <c:spPr>
              <a:solidFill>
                <a:srgbClr val="92D0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AB1-403F-BDA8-C387C162426D}"/>
              </c:ext>
            </c:extLst>
          </c:dPt>
          <c:dPt>
            <c:idx val="7"/>
            <c:invertIfNegative val="0"/>
            <c:bubble3D val="0"/>
            <c:spPr>
              <a:solidFill>
                <a:srgbClr val="FF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0-B6E0-45E0-9E94-B27AA5810298}"/>
              </c:ext>
            </c:extLst>
          </c:dPt>
          <c:dPt>
            <c:idx val="9"/>
            <c:invertIfNegative val="0"/>
            <c:bubble3D val="0"/>
            <c:spPr>
              <a:solidFill>
                <a:srgbClr val="FF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B6E0-45E0-9E94-B27AA5810298}"/>
              </c:ext>
            </c:extLst>
          </c:dPt>
          <c:dPt>
            <c:idx val="11"/>
            <c:invertIfNegative val="0"/>
            <c:bubble3D val="0"/>
            <c:spPr>
              <a:solidFill>
                <a:srgbClr val="FF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6E0-45E0-9E94-B27AA581029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5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IG.01</c:v>
                </c:pt>
                <c:pt idx="1">
                  <c:v>IG.04</c:v>
                </c:pt>
                <c:pt idx="2">
                  <c:v>IG.12</c:v>
                </c:pt>
                <c:pt idx="3">
                  <c:v>IG.13</c:v>
                </c:pt>
                <c:pt idx="4">
                  <c:v>IG.14</c:v>
                </c:pt>
                <c:pt idx="5">
                  <c:v>IG.15</c:v>
                </c:pt>
                <c:pt idx="6">
                  <c:v>IG.16</c:v>
                </c:pt>
                <c:pt idx="7">
                  <c:v>IG.17</c:v>
                </c:pt>
                <c:pt idx="8">
                  <c:v>IG.18</c:v>
                </c:pt>
                <c:pt idx="9">
                  <c:v>IG.11</c:v>
                </c:pt>
                <c:pt idx="10">
                  <c:v>IG.19</c:v>
                </c:pt>
                <c:pt idx="11">
                  <c:v>IG.20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80.099999999999994</c:v>
                </c:pt>
                <c:pt idx="1">
                  <c:v>58.3</c:v>
                </c:pt>
                <c:pt idx="2">
                  <c:v>64.5</c:v>
                </c:pt>
                <c:pt idx="3">
                  <c:v>53.4</c:v>
                </c:pt>
                <c:pt idx="4">
                  <c:v>79.7</c:v>
                </c:pt>
                <c:pt idx="5">
                  <c:v>66.099999999999994</c:v>
                </c:pt>
                <c:pt idx="6">
                  <c:v>80.8</c:v>
                </c:pt>
                <c:pt idx="7">
                  <c:v>41.7</c:v>
                </c:pt>
                <c:pt idx="8">
                  <c:v>61.6</c:v>
                </c:pt>
                <c:pt idx="9">
                  <c:v>48.4</c:v>
                </c:pt>
                <c:pt idx="10">
                  <c:v>47.8</c:v>
                </c:pt>
                <c:pt idx="11">
                  <c:v>42.6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B1-403F-BDA8-C387C16242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533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A2533"/>
                </a:solidFill>
                <a:latin typeface="Arial"/>
              </a:rPr>
              <a:t>Rework &amp; Rejection — Actual Quantity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6.5616135104324083E-2"/>
          <c:y val="0.19248790073933195"/>
          <c:w val="0.91123571674752779"/>
          <c:h val="0.5240444835431757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Rework (Qty)</c:v>
                </c:pt>
              </c:strCache>
            </c:strRef>
          </c:tx>
          <c:spPr>
            <a:solidFill>
              <a:srgbClr val="E883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5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IG.01</c:v>
                </c:pt>
                <c:pt idx="1">
                  <c:v>IG.04</c:v>
                </c:pt>
                <c:pt idx="2">
                  <c:v>IG.12</c:v>
                </c:pt>
                <c:pt idx="3">
                  <c:v>IG.13</c:v>
                </c:pt>
                <c:pt idx="4">
                  <c:v>IG.14</c:v>
                </c:pt>
                <c:pt idx="5">
                  <c:v>IG.15</c:v>
                </c:pt>
                <c:pt idx="6">
                  <c:v>IG.16</c:v>
                </c:pt>
                <c:pt idx="7">
                  <c:v>IG.17</c:v>
                </c:pt>
                <c:pt idx="8">
                  <c:v>IG.18</c:v>
                </c:pt>
                <c:pt idx="9">
                  <c:v>IG.11</c:v>
                </c:pt>
                <c:pt idx="10">
                  <c:v>IG.19</c:v>
                </c:pt>
                <c:pt idx="11">
                  <c:v>IG.20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649</c:v>
                </c:pt>
                <c:pt idx="1">
                  <c:v>1135</c:v>
                </c:pt>
                <c:pt idx="2">
                  <c:v>704</c:v>
                </c:pt>
                <c:pt idx="3">
                  <c:v>930</c:v>
                </c:pt>
                <c:pt idx="4">
                  <c:v>693</c:v>
                </c:pt>
                <c:pt idx="5">
                  <c:v>2055</c:v>
                </c:pt>
                <c:pt idx="6">
                  <c:v>277</c:v>
                </c:pt>
                <c:pt idx="7">
                  <c:v>538</c:v>
                </c:pt>
                <c:pt idx="8">
                  <c:v>899</c:v>
                </c:pt>
                <c:pt idx="9">
                  <c:v>944</c:v>
                </c:pt>
                <c:pt idx="10">
                  <c:v>220</c:v>
                </c:pt>
                <c:pt idx="11">
                  <c:v>411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46-4ADD-9748-7175FFA000C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Rejection (Qty)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5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IG.01</c:v>
                </c:pt>
                <c:pt idx="1">
                  <c:v>IG.04</c:v>
                </c:pt>
                <c:pt idx="2">
                  <c:v>IG.12</c:v>
                </c:pt>
                <c:pt idx="3">
                  <c:v>IG.13</c:v>
                </c:pt>
                <c:pt idx="4">
                  <c:v>IG.14</c:v>
                </c:pt>
                <c:pt idx="5">
                  <c:v>IG.15</c:v>
                </c:pt>
                <c:pt idx="6">
                  <c:v>IG.16</c:v>
                </c:pt>
                <c:pt idx="7">
                  <c:v>IG.17</c:v>
                </c:pt>
                <c:pt idx="8">
                  <c:v>IG.18</c:v>
                </c:pt>
                <c:pt idx="9">
                  <c:v>IG.11</c:v>
                </c:pt>
                <c:pt idx="10">
                  <c:v>IG.19</c:v>
                </c:pt>
                <c:pt idx="11">
                  <c:v>IG.20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1299</c:v>
                </c:pt>
                <c:pt idx="1">
                  <c:v>602</c:v>
                </c:pt>
                <c:pt idx="2">
                  <c:v>214</c:v>
                </c:pt>
                <c:pt idx="3">
                  <c:v>257</c:v>
                </c:pt>
                <c:pt idx="4">
                  <c:v>213</c:v>
                </c:pt>
                <c:pt idx="5">
                  <c:v>800</c:v>
                </c:pt>
                <c:pt idx="6">
                  <c:v>323</c:v>
                </c:pt>
                <c:pt idx="7">
                  <c:v>188</c:v>
                </c:pt>
                <c:pt idx="8">
                  <c:v>730</c:v>
                </c:pt>
                <c:pt idx="9">
                  <c:v>702</c:v>
                </c:pt>
                <c:pt idx="10">
                  <c:v>27</c:v>
                </c:pt>
                <c:pt idx="11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46-4ADD-9748-7175FFA000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Planned Qty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700" b="0" i="0" u="none" strike="noStrike">
                    <a:solidFill>
                      <a:srgbClr val="1A25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IG.01</c:v>
                </c:pt>
                <c:pt idx="1">
                  <c:v>IG.04</c:v>
                </c:pt>
                <c:pt idx="2">
                  <c:v>IG.12</c:v>
                </c:pt>
                <c:pt idx="3">
                  <c:v>IG.13</c:v>
                </c:pt>
                <c:pt idx="4">
                  <c:v>IG.14</c:v>
                </c:pt>
                <c:pt idx="5">
                  <c:v>IG.15</c:v>
                </c:pt>
                <c:pt idx="6">
                  <c:v>IG.16</c:v>
                </c:pt>
                <c:pt idx="7">
                  <c:v>IG.17</c:v>
                </c:pt>
                <c:pt idx="8">
                  <c:v>IG.18</c:v>
                </c:pt>
                <c:pt idx="9">
                  <c:v>IG.11</c:v>
                </c:pt>
                <c:pt idx="10">
                  <c:v>IG.19</c:v>
                </c:pt>
                <c:pt idx="11">
                  <c:v>IG.20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60997</c:v>
                </c:pt>
                <c:pt idx="1">
                  <c:v>37097</c:v>
                </c:pt>
                <c:pt idx="2">
                  <c:v>21474</c:v>
                </c:pt>
                <c:pt idx="3">
                  <c:v>25877</c:v>
                </c:pt>
                <c:pt idx="4">
                  <c:v>62622</c:v>
                </c:pt>
                <c:pt idx="5">
                  <c:v>50667</c:v>
                </c:pt>
                <c:pt idx="6">
                  <c:v>52484</c:v>
                </c:pt>
                <c:pt idx="7">
                  <c:v>13697</c:v>
                </c:pt>
                <c:pt idx="8">
                  <c:v>38763</c:v>
                </c:pt>
                <c:pt idx="9">
                  <c:v>32035</c:v>
                </c:pt>
                <c:pt idx="10">
                  <c:v>5520</c:v>
                </c:pt>
                <c:pt idx="11">
                  <c:v>28290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C2-473F-B2D9-EF84A994AD7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Good Output</c:v>
                </c:pt>
              </c:strCache>
            </c:strRef>
          </c:tx>
          <c:spPr>
            <a:solidFill>
              <a:srgbClr val="1C6E7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700" b="0" i="0" u="none" strike="noStrike">
                    <a:solidFill>
                      <a:srgbClr val="1A25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IG.01</c:v>
                </c:pt>
                <c:pt idx="1">
                  <c:v>IG.04</c:v>
                </c:pt>
                <c:pt idx="2">
                  <c:v>IG.12</c:v>
                </c:pt>
                <c:pt idx="3">
                  <c:v>IG.13</c:v>
                </c:pt>
                <c:pt idx="4">
                  <c:v>IG.14</c:v>
                </c:pt>
                <c:pt idx="5">
                  <c:v>IG.15</c:v>
                </c:pt>
                <c:pt idx="6">
                  <c:v>IG.16</c:v>
                </c:pt>
                <c:pt idx="7">
                  <c:v>IG.17</c:v>
                </c:pt>
                <c:pt idx="8">
                  <c:v>IG.18</c:v>
                </c:pt>
                <c:pt idx="9">
                  <c:v>IG.11</c:v>
                </c:pt>
                <c:pt idx="10">
                  <c:v>IG.19</c:v>
                </c:pt>
                <c:pt idx="11">
                  <c:v>IG.20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48836</c:v>
                </c:pt>
                <c:pt idx="1">
                  <c:v>21625</c:v>
                </c:pt>
                <c:pt idx="2">
                  <c:v>13855</c:v>
                </c:pt>
                <c:pt idx="3">
                  <c:v>13808</c:v>
                </c:pt>
                <c:pt idx="4">
                  <c:v>49901</c:v>
                </c:pt>
                <c:pt idx="5">
                  <c:v>33484</c:v>
                </c:pt>
                <c:pt idx="6">
                  <c:v>42431</c:v>
                </c:pt>
                <c:pt idx="7">
                  <c:v>5716</c:v>
                </c:pt>
                <c:pt idx="8">
                  <c:v>23871</c:v>
                </c:pt>
                <c:pt idx="9">
                  <c:v>15504</c:v>
                </c:pt>
                <c:pt idx="10">
                  <c:v>2641</c:v>
                </c:pt>
                <c:pt idx="11">
                  <c:v>12059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9C2-473F-B2D9-EF84A994AD7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Loss Qty</c:v>
                </c:pt>
              </c:strCache>
            </c:strRef>
          </c:tx>
          <c:spPr>
            <a:solidFill>
              <a:srgbClr val="E883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700" b="0" i="0" u="none" strike="noStrike">
                    <a:solidFill>
                      <a:srgbClr val="1A25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IG.01</c:v>
                </c:pt>
                <c:pt idx="1">
                  <c:v>IG.04</c:v>
                </c:pt>
                <c:pt idx="2">
                  <c:v>IG.12</c:v>
                </c:pt>
                <c:pt idx="3">
                  <c:v>IG.13</c:v>
                </c:pt>
                <c:pt idx="4">
                  <c:v>IG.14</c:v>
                </c:pt>
                <c:pt idx="5">
                  <c:v>IG.15</c:v>
                </c:pt>
                <c:pt idx="6">
                  <c:v>IG.16</c:v>
                </c:pt>
                <c:pt idx="7">
                  <c:v>IG.17</c:v>
                </c:pt>
                <c:pt idx="8">
                  <c:v>IG.18</c:v>
                </c:pt>
                <c:pt idx="9">
                  <c:v>IG.11</c:v>
                </c:pt>
                <c:pt idx="10">
                  <c:v>IG.19</c:v>
                </c:pt>
                <c:pt idx="11">
                  <c:v>IG.20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8497</c:v>
                </c:pt>
                <c:pt idx="1">
                  <c:v>8727</c:v>
                </c:pt>
                <c:pt idx="2">
                  <c:v>3822</c:v>
                </c:pt>
                <c:pt idx="3">
                  <c:v>7521</c:v>
                </c:pt>
                <c:pt idx="4">
                  <c:v>5748</c:v>
                </c:pt>
                <c:pt idx="5">
                  <c:v>7215</c:v>
                </c:pt>
                <c:pt idx="6">
                  <c:v>4739</c:v>
                </c:pt>
                <c:pt idx="7">
                  <c:v>4566</c:v>
                </c:pt>
                <c:pt idx="8">
                  <c:v>10443</c:v>
                </c:pt>
                <c:pt idx="9">
                  <c:v>9928</c:v>
                </c:pt>
                <c:pt idx="10">
                  <c:v>2062</c:v>
                </c:pt>
                <c:pt idx="11">
                  <c:v>12880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9C2-473F-B2D9-EF84A994AD7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1D5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6F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5F6FA"/>
    </a:solidFill>
    <a:ln>
      <a:noFill/>
    </a:ln>
    <a:effectLst/>
  </c:spPr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0.57334</cdr:x>
      <cdr:y>0.64312</cdr:y>
    </cdr:from>
    <cdr:to>
      <cdr:x>0.59623</cdr:x>
      <cdr:y>0.81668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142D680A-228C-62B0-DA04-ED4558279203}"/>
            </a:ext>
          </a:extLst>
        </cdr:cNvPr>
        <cdr:cNvSpPr/>
      </cdr:nvSpPr>
      <cdr:spPr>
        <a:xfrm xmlns:a="http://schemas.openxmlformats.org/drawingml/2006/main">
          <a:off x="3101098" y="2110564"/>
          <a:ext cx="123825" cy="569595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IN" kern="120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145EDA-9F0D-41CD-880A-F6049FF4DF53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F3AD3-9521-48F2-B7DD-194F5EB8AE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461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3B799-BC58-7A01-BDCD-4BD7B225F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A635EE-C121-F121-235A-2B831EBD38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7CE971-2BC6-5637-C0F0-A8A0431F2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824BA-A49B-D28D-EB46-CE3B26E668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42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2AFB9-7F0C-4F83-E40F-643ED51A7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B19061-DC81-8DD5-A1F9-B37059F853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7C6D91-6CFB-BA7B-AB68-9CB09A28C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68A94-B13D-CDAF-491F-7A43EF6305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932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4724B-A0DD-594E-D039-37F18AFB5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F74904-0182-6B75-A2EF-4EABE87511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C68A6B-5DB3-9379-7A4E-2BDC50C5E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725DF-C001-14F2-818B-72711F7986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72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E5F54-040F-C55E-B951-914F55FE2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8F7128-E973-D987-E6A5-226AA2DA63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5A2CEF-C9F0-AFAB-8965-7B665031B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E31F0-3F7A-F8A6-0D14-0FBEEF43D7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373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47023-73DB-B5FF-A4D4-9089C692D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87309A-8426-5A04-FB56-4AD4B2EC8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6B3F26-6127-3674-8453-8AFD9A8D1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A1B17-A714-EFB1-BC76-3EDC56A550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8624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70C90-4BBE-3464-1761-659D1FAFF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F55D4E-B313-B95C-1E36-99FBC3509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9AF749-3A15-1010-8794-B200FEA52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75BC5-2866-26FE-C15B-E9F09AC907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2272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0149C-783A-51C6-FDFD-802FE1DF7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990167-022A-6D73-FB11-423CACAD0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7B7B47-6906-CCFB-40B6-05F6B7E2FD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F03CA-10D8-9418-3B4B-9CC0D767AA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9047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72B9F-78A0-F28C-A23D-E7DE45C97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7D46D9-869F-4A7A-5552-2F1A60AE8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218011-B1AC-E818-B3AB-BB57C39DC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D2050-E753-2BD0-6BDC-83C45587C3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4774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9CEB3-BF5B-CD70-C941-1CF4545EE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9F6836-3499-1759-E248-2E82A64F6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CC83BF-D8FD-5077-8CC8-48B9FDF2A4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B2C5A-186F-17CB-9FD5-C876C0B15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358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22C69-593E-C630-9744-588C399B2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A4979D-4460-E49A-181B-04C14E0820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8D7AAD-2E81-4DDD-79EF-D29C0BDD0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48C65-56A3-26E5-8707-9292F380A3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936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5817D-2FE5-04E5-E304-FEF0D51A4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3D2A2F-6D90-2541-BA2C-732FF2A8DF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595C4E-76F9-9533-914A-1DC2125F6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C4329-8386-DCB7-4819-374BD35448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0927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01929-F169-879B-53A7-E18D79569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FB8684-9B11-55F4-83A0-CA4F6EF86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D870C0-E8EE-653D-3AA1-0BDC7678F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F7148-B062-548D-68C8-0E384BC67C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519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5406-9DC6-241F-D273-51FA6974CB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4EA85-CF7B-2D2C-9842-A6A204FDA7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5D654-316F-3BDA-3D7F-1112A54C7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76164-27E1-46A8-AFA7-C34FE2F707B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81131-36B4-9870-982C-C5C9491E1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5B9F7-537C-4A2A-7112-074E958B1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2D157-9369-40FA-B131-CA8A10209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7451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E576E-0485-C238-2C1D-EA355231E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078F9-1C1D-BDB7-993C-1ED7695EE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DDC31-20F8-D6F1-5A14-BA80CC385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76164-27E1-46A8-AFA7-C34FE2F707B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6804F-32C1-A679-E5F8-2A8E34D89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88AAA-62DC-7DED-3FFA-E6420BD0D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2D157-9369-40FA-B131-CA8A10209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8299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A1423-B831-601A-32FF-EAA567BA9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7A28B9-3812-9D85-16F3-91B060C68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0BF0D-E872-3CF6-5C7F-F43D7BF9C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76164-27E1-46A8-AFA7-C34FE2F707B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010E1-3B08-D6FD-CE57-4A4F8FBFF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FE376-FD12-46B9-E358-4DA8DD05E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2D157-9369-40FA-B131-CA8A10209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817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2985C-4053-48A2-C140-1A86E33E4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01416-A555-7F9D-5A06-2CC5569037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AB4547-0997-C4CF-7137-DF9FED443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DDB464-AB3B-66DA-5A67-4DB388674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76164-27E1-46A8-AFA7-C34FE2F707B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C7614C-73D4-DA44-4FAB-6F9D77F2D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2E1D20-6013-11DA-88F9-8EF4B9E9E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2D157-9369-40FA-B131-CA8A10209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722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7D911-E531-BD9B-60B0-7CD08307B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AF4A1-AAD6-9557-7C96-958C515E3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168B06-227D-8963-F91F-FE59B6154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132950-9F06-3B6F-2843-1A05129973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13370-43E5-F56C-494F-34D3E035D4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73DD8B-AEED-F147-A102-E1A816472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76164-27E1-46A8-AFA7-C34FE2F707B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10F161-E38D-CFAA-69CC-8B2630031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30FE03-D514-5EBF-373A-0DCE89DD6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2D157-9369-40FA-B131-CA8A10209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739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30627-EA87-C3B1-B3BE-D9C551696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8ED677-0EE9-74D7-2166-DBC3BC61B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76164-27E1-46A8-AFA7-C34FE2F707B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0282AE-1E68-E2CD-54F1-F71E9957A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FE0877-8DAA-EE9C-BD95-391D3F33D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2D157-9369-40FA-B131-CA8A10209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6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73ACB-6590-7A0A-6DD2-B2809343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76164-27E1-46A8-AFA7-C34FE2F707B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6E9B35-F57D-3AAF-5787-BECBDFDDE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028CD-C257-3329-C467-99CB009B6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2D157-9369-40FA-B131-CA8A10209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511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8AC08-822E-BDE1-62A5-0914CF1FF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4E3C8-6A91-C0F8-79D5-14B90CFE8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A540F6-D337-BACE-1059-8D694B46B1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211D71-96AE-09D4-A77D-37D59F6DD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76164-27E1-46A8-AFA7-C34FE2F707B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79F56-919C-7305-004B-9FB8C2A6E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9F4AF7-2E08-C47D-7632-3DF797A73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2D157-9369-40FA-B131-CA8A10209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98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60651-02F8-52C8-353E-B8AA52DF8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57E561-0662-7522-6A58-F6D121C850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321CE-8013-4D66-BA83-1E09B99E5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F5FC57-5E10-E584-D74A-0CFDF8F41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76164-27E1-46A8-AFA7-C34FE2F707B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2A56F-8CD6-C619-EC9D-10D5D1526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749C85-5BD7-F4D2-8B76-E76757B48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2D157-9369-40FA-B131-CA8A10209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463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27369-4C80-FB68-6454-8A4DFC44B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56D3-F14E-E4E9-14AA-451C8A23C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0149D-2E62-C4A9-21EF-5F848E484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76164-27E1-46A8-AFA7-C34FE2F707B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83409-B973-C708-7675-BB4249AA1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BFD51-370A-4FC5-0685-9C9789497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2D157-9369-40FA-B131-CA8A10209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790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AC9DEB-95C3-C5FE-E3D0-C144FF3E70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7EA743-531E-DC38-278B-73612A460A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F4DCD-0B8B-9D83-B1BD-C9A437061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76164-27E1-46A8-AFA7-C34FE2F707B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370C5-67BB-C900-4245-BC8B77180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1568D-CD92-0E84-A87B-36EDD8407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2D157-9369-40FA-B131-CA8A10209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055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7982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78E0A9-CA4F-964D-0FC4-5AC67050F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5D481-C079-C081-05F8-F721EC34F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E7778-F6EB-0E3D-D1CE-2978A4E714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076164-27E1-46A8-AFA7-C34FE2F707B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C8FB2-9BB1-C4E8-3CE0-734DCE3928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AB121-7321-545E-B5FA-A28FB2712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2D157-9369-40FA-B131-CA8A10209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06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" Target="slide4.xml"/><Relationship Id="rId7" Type="http://schemas.openxmlformats.org/officeDocument/2006/relationships/slide" Target="slide1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12.xml"/><Relationship Id="rId5" Type="http://schemas.openxmlformats.org/officeDocument/2006/relationships/slide" Target="slide9.xml"/><Relationship Id="rId4" Type="http://schemas.openxmlformats.org/officeDocument/2006/relationships/slide" Target="slide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5.xml"/><Relationship Id="rId5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slide" Target="slide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FD776-B49B-A254-0885-EEE90DFF2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951D56-AD18-D807-C9D5-7841379C74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5017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3876" y="575859"/>
            <a:ext cx="6415421" cy="35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 – February 2026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377908" y="1151718"/>
            <a:ext cx="3183997" cy="1628599"/>
          </a:xfrm>
          <a:custGeom>
            <a:avLst/>
            <a:gdLst/>
            <a:ahLst/>
            <a:cxnLst/>
            <a:rect l="l" t="t" r="r" b="b"/>
            <a:pathLst>
              <a:path w="2744325" h="1628599">
                <a:moveTo>
                  <a:pt x="35991" y="0"/>
                </a:moveTo>
                <a:lnTo>
                  <a:pt x="2636349" y="0"/>
                </a:lnTo>
                <a:cubicBezTo>
                  <a:pt x="2695982" y="0"/>
                  <a:pt x="2744325" y="48343"/>
                  <a:pt x="2744325" y="107976"/>
                </a:cubicBezTo>
                <a:lnTo>
                  <a:pt x="2744325" y="1520623"/>
                </a:lnTo>
                <a:cubicBezTo>
                  <a:pt x="2744325" y="1580257"/>
                  <a:pt x="2695982" y="1628599"/>
                  <a:pt x="2636349" y="1628599"/>
                </a:cubicBezTo>
                <a:lnTo>
                  <a:pt x="35991" y="1628599"/>
                </a:lnTo>
                <a:cubicBezTo>
                  <a:pt x="16114" y="1628599"/>
                  <a:pt x="0" y="1612485"/>
                  <a:pt x="0" y="1592608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4967" dist="899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77909" y="1151718"/>
            <a:ext cx="35991" cy="1628599"/>
          </a:xfrm>
          <a:custGeom>
            <a:avLst/>
            <a:gdLst/>
            <a:ahLst/>
            <a:cxnLst/>
            <a:rect l="l" t="t" r="r" b="b"/>
            <a:pathLst>
              <a:path w="35991" h="1628599">
                <a:moveTo>
                  <a:pt x="35991" y="0"/>
                </a:moveTo>
                <a:lnTo>
                  <a:pt x="35991" y="0"/>
                </a:lnTo>
                <a:lnTo>
                  <a:pt x="35991" y="1628599"/>
                </a:lnTo>
                <a:lnTo>
                  <a:pt x="35991" y="1628599"/>
                </a:lnTo>
                <a:cubicBezTo>
                  <a:pt x="16114" y="1628599"/>
                  <a:pt x="0" y="1612485"/>
                  <a:pt x="0" y="1592608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7" name="Shape 5"/>
          <p:cNvSpPr/>
          <p:nvPr/>
        </p:nvSpPr>
        <p:spPr>
          <a:xfrm>
            <a:off x="566861" y="1295681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26993" y="26993"/>
                </a:moveTo>
                <a:cubicBezTo>
                  <a:pt x="26993" y="19528"/>
                  <a:pt x="20962" y="13497"/>
                  <a:pt x="13497" y="13497"/>
                </a:cubicBezTo>
                <a:cubicBezTo>
                  <a:pt x="6031" y="13497"/>
                  <a:pt x="0" y="19528"/>
                  <a:pt x="0" y="26993"/>
                </a:cubicBezTo>
                <a:lnTo>
                  <a:pt x="0" y="168708"/>
                </a:lnTo>
                <a:cubicBezTo>
                  <a:pt x="0" y="187351"/>
                  <a:pt x="15099" y="202450"/>
                  <a:pt x="33742" y="202450"/>
                </a:cubicBezTo>
                <a:lnTo>
                  <a:pt x="202450" y="202450"/>
                </a:lnTo>
                <a:cubicBezTo>
                  <a:pt x="209916" y="202450"/>
                  <a:pt x="215947" y="196419"/>
                  <a:pt x="215947" y="188954"/>
                </a:cubicBezTo>
                <a:cubicBezTo>
                  <a:pt x="215947" y="181488"/>
                  <a:pt x="209916" y="175457"/>
                  <a:pt x="202450" y="175457"/>
                </a:cubicBezTo>
                <a:lnTo>
                  <a:pt x="33742" y="175457"/>
                </a:lnTo>
                <a:cubicBezTo>
                  <a:pt x="30030" y="175457"/>
                  <a:pt x="26993" y="172420"/>
                  <a:pt x="26993" y="168708"/>
                </a:cubicBezTo>
                <a:lnTo>
                  <a:pt x="26993" y="26993"/>
                </a:lnTo>
                <a:close/>
                <a:moveTo>
                  <a:pt x="198486" y="63519"/>
                </a:moveTo>
                <a:cubicBezTo>
                  <a:pt x="203758" y="58247"/>
                  <a:pt x="203758" y="49685"/>
                  <a:pt x="198486" y="44413"/>
                </a:cubicBezTo>
                <a:cubicBezTo>
                  <a:pt x="193213" y="39140"/>
                  <a:pt x="184651" y="39140"/>
                  <a:pt x="179379" y="44413"/>
                </a:cubicBezTo>
                <a:lnTo>
                  <a:pt x="134967" y="88867"/>
                </a:lnTo>
                <a:lnTo>
                  <a:pt x="110757" y="64700"/>
                </a:lnTo>
                <a:cubicBezTo>
                  <a:pt x="105485" y="59428"/>
                  <a:pt x="96923" y="59428"/>
                  <a:pt x="91651" y="64700"/>
                </a:cubicBezTo>
                <a:lnTo>
                  <a:pt x="51161" y="105190"/>
                </a:lnTo>
                <a:cubicBezTo>
                  <a:pt x="45889" y="110462"/>
                  <a:pt x="45889" y="119024"/>
                  <a:pt x="51161" y="124296"/>
                </a:cubicBezTo>
                <a:cubicBezTo>
                  <a:pt x="56433" y="129568"/>
                  <a:pt x="64995" y="129568"/>
                  <a:pt x="70267" y="124296"/>
                </a:cubicBezTo>
                <a:lnTo>
                  <a:pt x="101225" y="93338"/>
                </a:lnTo>
                <a:lnTo>
                  <a:pt x="125435" y="117548"/>
                </a:lnTo>
                <a:cubicBezTo>
                  <a:pt x="130707" y="122820"/>
                  <a:pt x="139269" y="122820"/>
                  <a:pt x="144541" y="117548"/>
                </a:cubicBezTo>
                <a:lnTo>
                  <a:pt x="198528" y="63561"/>
                </a:ln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8" name="Shape 6"/>
          <p:cNvSpPr/>
          <p:nvPr/>
        </p:nvSpPr>
        <p:spPr>
          <a:xfrm>
            <a:off x="2025515" y="1295681"/>
            <a:ext cx="1238189" cy="215947"/>
          </a:xfrm>
          <a:custGeom>
            <a:avLst/>
            <a:gdLst/>
            <a:ahLst/>
            <a:cxnLst/>
            <a:rect l="l" t="t" r="r" b="b"/>
            <a:pathLst>
              <a:path w="953765" h="215947">
                <a:moveTo>
                  <a:pt x="35992" y="0"/>
                </a:moveTo>
                <a:lnTo>
                  <a:pt x="917773" y="0"/>
                </a:lnTo>
                <a:cubicBezTo>
                  <a:pt x="937638" y="0"/>
                  <a:pt x="953765" y="16127"/>
                  <a:pt x="953765" y="35992"/>
                </a:cubicBezTo>
                <a:lnTo>
                  <a:pt x="953765" y="179955"/>
                </a:lnTo>
                <a:cubicBezTo>
                  <a:pt x="953765" y="199819"/>
                  <a:pt x="937638" y="215947"/>
                  <a:pt x="917773" y="215947"/>
                </a:cubicBezTo>
                <a:lnTo>
                  <a:pt x="35992" y="215947"/>
                </a:lnTo>
                <a:cubicBezTo>
                  <a:pt x="16127" y="215947"/>
                  <a:pt x="0" y="199819"/>
                  <a:pt x="0" y="179955"/>
                </a:cubicBezTo>
                <a:lnTo>
                  <a:pt x="0" y="35992"/>
                </a:lnTo>
                <a:cubicBezTo>
                  <a:pt x="0" y="16127"/>
                  <a:pt x="16127" y="0"/>
                  <a:pt x="35992" y="0"/>
                </a:cubicBezTo>
                <a:close/>
              </a:path>
            </a:pathLst>
          </a:custGeom>
          <a:solidFill>
            <a:srgbClr val="E53E3E">
              <a:alpha val="1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025514" y="1295682"/>
            <a:ext cx="1536388" cy="174559"/>
          </a:xfrm>
          <a:prstGeom prst="rect">
            <a:avLst/>
          </a:prstGeom>
          <a:noFill/>
          <a:ln/>
        </p:spPr>
        <p:txBody>
          <a:bodyPr wrap="square" lIns="71983" tIns="35991" rIns="71983" bIns="35991" rtlCol="0" anchor="ctr"/>
          <a:lstStyle/>
          <a:p>
            <a:pPr>
              <a:lnSpc>
                <a:spcPct val="110000"/>
              </a:lnSpc>
            </a:pPr>
            <a:r>
              <a:rPr lang="en-US" sz="1333" b="1" dirty="0">
                <a:solidFill>
                  <a:srgbClr val="E53E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BELOW TARGET</a:t>
            </a:r>
            <a:endParaRPr lang="en-US" sz="1333" dirty="0"/>
          </a:p>
        </p:txBody>
      </p:sp>
      <p:sp>
        <p:nvSpPr>
          <p:cNvPr id="10" name="Text 8"/>
          <p:cNvSpPr/>
          <p:nvPr/>
        </p:nvSpPr>
        <p:spPr>
          <a:xfrm>
            <a:off x="539867" y="1583611"/>
            <a:ext cx="2510383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 Capability (Cpk)</a:t>
            </a:r>
            <a:endParaRPr lang="en-US" sz="1333" dirty="0"/>
          </a:p>
        </p:txBody>
      </p:sp>
      <p:sp>
        <p:nvSpPr>
          <p:cNvPr id="11" name="Text 9"/>
          <p:cNvSpPr/>
          <p:nvPr/>
        </p:nvSpPr>
        <p:spPr>
          <a:xfrm>
            <a:off x="539867" y="1835550"/>
            <a:ext cx="2600360" cy="35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1333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1.35</a:t>
            </a:r>
            <a:endParaRPr lang="en-US" sz="1333" dirty="0"/>
          </a:p>
        </p:txBody>
      </p:sp>
      <p:sp>
        <p:nvSpPr>
          <p:cNvPr id="12" name="Shape 10"/>
          <p:cNvSpPr/>
          <p:nvPr/>
        </p:nvSpPr>
        <p:spPr>
          <a:xfrm>
            <a:off x="539867" y="2271042"/>
            <a:ext cx="2438400" cy="7199"/>
          </a:xfrm>
          <a:custGeom>
            <a:avLst/>
            <a:gdLst/>
            <a:ahLst/>
            <a:cxnLst/>
            <a:rect l="l" t="t" r="r" b="b"/>
            <a:pathLst>
              <a:path w="2438400" h="7198">
                <a:moveTo>
                  <a:pt x="0" y="0"/>
                </a:moveTo>
                <a:lnTo>
                  <a:pt x="2438400" y="0"/>
                </a:lnTo>
                <a:lnTo>
                  <a:pt x="2438400" y="7198"/>
                </a:lnTo>
                <a:lnTo>
                  <a:pt x="0" y="719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3" name="Text 11"/>
          <p:cNvSpPr/>
          <p:nvPr/>
        </p:nvSpPr>
        <p:spPr>
          <a:xfrm>
            <a:off x="539869" y="2346623"/>
            <a:ext cx="2501385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102A4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Target: ≥ 1.67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539867" y="2562570"/>
            <a:ext cx="2438400" cy="71983"/>
          </a:xfrm>
          <a:custGeom>
            <a:avLst/>
            <a:gdLst/>
            <a:ahLst/>
            <a:cxnLst/>
            <a:rect l="l" t="t" r="r" b="b"/>
            <a:pathLst>
              <a:path w="2438400" h="71982">
                <a:moveTo>
                  <a:pt x="35991" y="0"/>
                </a:moveTo>
                <a:lnTo>
                  <a:pt x="2402409" y="0"/>
                </a:lnTo>
                <a:cubicBezTo>
                  <a:pt x="2422286" y="0"/>
                  <a:pt x="2438400" y="16114"/>
                  <a:pt x="2438400" y="35991"/>
                </a:cubicBezTo>
                <a:lnTo>
                  <a:pt x="2438400" y="35991"/>
                </a:lnTo>
                <a:cubicBezTo>
                  <a:pt x="2438400" y="55869"/>
                  <a:pt x="2422286" y="71982"/>
                  <a:pt x="2402409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5" name="Shape 13"/>
          <p:cNvSpPr/>
          <p:nvPr/>
        </p:nvSpPr>
        <p:spPr>
          <a:xfrm>
            <a:off x="539868" y="2562570"/>
            <a:ext cx="1970515" cy="71983"/>
          </a:xfrm>
          <a:custGeom>
            <a:avLst/>
            <a:gdLst/>
            <a:ahLst/>
            <a:cxnLst/>
            <a:rect l="l" t="t" r="r" b="b"/>
            <a:pathLst>
              <a:path w="1970515" h="71982">
                <a:moveTo>
                  <a:pt x="35991" y="0"/>
                </a:moveTo>
                <a:lnTo>
                  <a:pt x="1934524" y="0"/>
                </a:lnTo>
                <a:cubicBezTo>
                  <a:pt x="1954401" y="0"/>
                  <a:pt x="1970515" y="16114"/>
                  <a:pt x="1970515" y="35991"/>
                </a:cubicBezTo>
                <a:lnTo>
                  <a:pt x="1970515" y="35991"/>
                </a:lnTo>
                <a:cubicBezTo>
                  <a:pt x="1970515" y="55869"/>
                  <a:pt x="1954401" y="71982"/>
                  <a:pt x="1934524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16" name="Shape 14">
            <a:hlinkClick r:id="rId3" action="ppaction://hlinksldjump"/>
          </p:cNvPr>
          <p:cNvSpPr/>
          <p:nvPr/>
        </p:nvSpPr>
        <p:spPr>
          <a:xfrm>
            <a:off x="3947028" y="1151718"/>
            <a:ext cx="3523501" cy="1628599"/>
          </a:xfrm>
          <a:custGeom>
            <a:avLst/>
            <a:gdLst/>
            <a:ahLst/>
            <a:cxnLst/>
            <a:rect l="l" t="t" r="r" b="b"/>
            <a:pathLst>
              <a:path w="2744325" h="1628599">
                <a:moveTo>
                  <a:pt x="35991" y="0"/>
                </a:moveTo>
                <a:lnTo>
                  <a:pt x="2636349" y="0"/>
                </a:lnTo>
                <a:cubicBezTo>
                  <a:pt x="2695982" y="0"/>
                  <a:pt x="2744325" y="48343"/>
                  <a:pt x="2744325" y="107976"/>
                </a:cubicBezTo>
                <a:lnTo>
                  <a:pt x="2744325" y="1520623"/>
                </a:lnTo>
                <a:cubicBezTo>
                  <a:pt x="2744325" y="1580257"/>
                  <a:pt x="2695982" y="1628599"/>
                  <a:pt x="2636349" y="1628599"/>
                </a:cubicBezTo>
                <a:lnTo>
                  <a:pt x="35991" y="1628599"/>
                </a:lnTo>
                <a:cubicBezTo>
                  <a:pt x="16114" y="1628599"/>
                  <a:pt x="0" y="1612485"/>
                  <a:pt x="0" y="1592608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4967" dist="899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947029" y="1151718"/>
            <a:ext cx="60959" cy="1628599"/>
          </a:xfrm>
          <a:custGeom>
            <a:avLst/>
            <a:gdLst/>
            <a:ahLst/>
            <a:cxnLst/>
            <a:rect l="l" t="t" r="r" b="b"/>
            <a:pathLst>
              <a:path w="35991" h="1628599">
                <a:moveTo>
                  <a:pt x="35991" y="0"/>
                </a:moveTo>
                <a:lnTo>
                  <a:pt x="35991" y="0"/>
                </a:lnTo>
                <a:lnTo>
                  <a:pt x="35991" y="1628599"/>
                </a:lnTo>
                <a:lnTo>
                  <a:pt x="35991" y="1628599"/>
                </a:lnTo>
                <a:cubicBezTo>
                  <a:pt x="16114" y="1628599"/>
                  <a:pt x="0" y="1612485"/>
                  <a:pt x="0" y="1592608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18" name="Shape 16"/>
          <p:cNvSpPr/>
          <p:nvPr/>
        </p:nvSpPr>
        <p:spPr>
          <a:xfrm>
            <a:off x="4149477" y="1295681"/>
            <a:ext cx="188955" cy="215947"/>
          </a:xfrm>
          <a:custGeom>
            <a:avLst/>
            <a:gdLst/>
            <a:ahLst/>
            <a:cxnLst/>
            <a:rect l="l" t="t" r="r" b="b"/>
            <a:pathLst>
              <a:path w="188954" h="215947">
                <a:moveTo>
                  <a:pt x="80980" y="53987"/>
                </a:moveTo>
                <a:cubicBezTo>
                  <a:pt x="80980" y="31640"/>
                  <a:pt x="62837" y="13497"/>
                  <a:pt x="40490" y="13497"/>
                </a:cubicBezTo>
                <a:cubicBezTo>
                  <a:pt x="18143" y="13497"/>
                  <a:pt x="0" y="31640"/>
                  <a:pt x="0" y="53987"/>
                </a:cubicBezTo>
                <a:cubicBezTo>
                  <a:pt x="0" y="76334"/>
                  <a:pt x="18143" y="94477"/>
                  <a:pt x="40490" y="94477"/>
                </a:cubicBezTo>
                <a:cubicBezTo>
                  <a:pt x="62837" y="94477"/>
                  <a:pt x="80980" y="76334"/>
                  <a:pt x="80980" y="53987"/>
                </a:cubicBezTo>
                <a:close/>
                <a:moveTo>
                  <a:pt x="188954" y="161960"/>
                </a:moveTo>
                <a:cubicBezTo>
                  <a:pt x="188954" y="139613"/>
                  <a:pt x="170811" y="121470"/>
                  <a:pt x="148463" y="121470"/>
                </a:cubicBezTo>
                <a:cubicBezTo>
                  <a:pt x="126116" y="121470"/>
                  <a:pt x="107973" y="139613"/>
                  <a:pt x="107973" y="161960"/>
                </a:cubicBezTo>
                <a:cubicBezTo>
                  <a:pt x="107973" y="184307"/>
                  <a:pt x="126116" y="202450"/>
                  <a:pt x="148463" y="202450"/>
                </a:cubicBezTo>
                <a:cubicBezTo>
                  <a:pt x="170811" y="202450"/>
                  <a:pt x="188954" y="184307"/>
                  <a:pt x="188954" y="161960"/>
                </a:cubicBezTo>
                <a:close/>
                <a:moveTo>
                  <a:pt x="184989" y="36525"/>
                </a:moveTo>
                <a:cubicBezTo>
                  <a:pt x="190261" y="31253"/>
                  <a:pt x="190261" y="22691"/>
                  <a:pt x="184989" y="17419"/>
                </a:cubicBezTo>
                <a:cubicBezTo>
                  <a:pt x="179717" y="12147"/>
                  <a:pt x="171155" y="12147"/>
                  <a:pt x="165883" y="17419"/>
                </a:cubicBezTo>
                <a:lnTo>
                  <a:pt x="3922" y="179379"/>
                </a:lnTo>
                <a:cubicBezTo>
                  <a:pt x="-1350" y="184651"/>
                  <a:pt x="-1350" y="193213"/>
                  <a:pt x="3922" y="198486"/>
                </a:cubicBezTo>
                <a:cubicBezTo>
                  <a:pt x="9195" y="203758"/>
                  <a:pt x="17757" y="203758"/>
                  <a:pt x="23029" y="198486"/>
                </a:cubicBezTo>
                <a:lnTo>
                  <a:pt x="184989" y="36525"/>
                </a:ln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19" name="Shape 17"/>
          <p:cNvSpPr/>
          <p:nvPr/>
        </p:nvSpPr>
        <p:spPr>
          <a:xfrm>
            <a:off x="5594634" y="1295682"/>
            <a:ext cx="1504861" cy="180068"/>
          </a:xfrm>
          <a:custGeom>
            <a:avLst/>
            <a:gdLst/>
            <a:ahLst/>
            <a:cxnLst/>
            <a:rect l="l" t="t" r="r" b="b"/>
            <a:pathLst>
              <a:path w="953765" h="215947">
                <a:moveTo>
                  <a:pt x="35992" y="0"/>
                </a:moveTo>
                <a:lnTo>
                  <a:pt x="917773" y="0"/>
                </a:lnTo>
                <a:cubicBezTo>
                  <a:pt x="937638" y="0"/>
                  <a:pt x="953765" y="16127"/>
                  <a:pt x="953765" y="35992"/>
                </a:cubicBezTo>
                <a:lnTo>
                  <a:pt x="953765" y="179955"/>
                </a:lnTo>
                <a:cubicBezTo>
                  <a:pt x="953765" y="199819"/>
                  <a:pt x="937638" y="215947"/>
                  <a:pt x="917773" y="215947"/>
                </a:cubicBezTo>
                <a:lnTo>
                  <a:pt x="35992" y="215947"/>
                </a:lnTo>
                <a:cubicBezTo>
                  <a:pt x="16127" y="215947"/>
                  <a:pt x="0" y="199819"/>
                  <a:pt x="0" y="179955"/>
                </a:cubicBezTo>
                <a:lnTo>
                  <a:pt x="0" y="35992"/>
                </a:lnTo>
                <a:cubicBezTo>
                  <a:pt x="0" y="16127"/>
                  <a:pt x="16127" y="0"/>
                  <a:pt x="35992" y="0"/>
                </a:cubicBezTo>
                <a:close/>
              </a:path>
            </a:pathLst>
          </a:custGeom>
          <a:solidFill>
            <a:srgbClr val="E53E3E">
              <a:alpha val="1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594635" y="1295682"/>
            <a:ext cx="1504861" cy="180068"/>
          </a:xfrm>
          <a:prstGeom prst="rect">
            <a:avLst/>
          </a:prstGeom>
          <a:noFill/>
          <a:ln/>
        </p:spPr>
        <p:txBody>
          <a:bodyPr wrap="square" lIns="71983" tIns="35991" rIns="71983" bIns="35991" rtlCol="0" anchor="ctr"/>
          <a:lstStyle/>
          <a:p>
            <a:pPr>
              <a:lnSpc>
                <a:spcPct val="110000"/>
              </a:lnSpc>
            </a:pPr>
            <a:r>
              <a:rPr lang="en-US" sz="1333" b="1" dirty="0">
                <a:solidFill>
                  <a:srgbClr val="E53E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BELOW TARGET</a:t>
            </a:r>
            <a:endParaRPr lang="en-US" sz="1333" dirty="0"/>
          </a:p>
        </p:txBody>
      </p:sp>
      <p:sp>
        <p:nvSpPr>
          <p:cNvPr id="21" name="Text 19"/>
          <p:cNvSpPr/>
          <p:nvPr/>
        </p:nvSpPr>
        <p:spPr>
          <a:xfrm>
            <a:off x="4108987" y="1583611"/>
            <a:ext cx="2510383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Achievement</a:t>
            </a:r>
            <a:endParaRPr lang="en-US" sz="1333" dirty="0"/>
          </a:p>
        </p:txBody>
      </p:sp>
      <p:sp>
        <p:nvSpPr>
          <p:cNvPr id="22" name="Text 20"/>
          <p:cNvSpPr/>
          <p:nvPr/>
        </p:nvSpPr>
        <p:spPr>
          <a:xfrm>
            <a:off x="4108987" y="1835550"/>
            <a:ext cx="2600360" cy="35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1333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69%</a:t>
            </a:r>
            <a:endParaRPr lang="en-US" sz="1333" dirty="0"/>
          </a:p>
        </p:txBody>
      </p:sp>
      <p:sp>
        <p:nvSpPr>
          <p:cNvPr id="23" name="Shape 21"/>
          <p:cNvSpPr/>
          <p:nvPr/>
        </p:nvSpPr>
        <p:spPr>
          <a:xfrm>
            <a:off x="4108987" y="2271042"/>
            <a:ext cx="2438400" cy="7199"/>
          </a:xfrm>
          <a:custGeom>
            <a:avLst/>
            <a:gdLst/>
            <a:ahLst/>
            <a:cxnLst/>
            <a:rect l="l" t="t" r="r" b="b"/>
            <a:pathLst>
              <a:path w="2438400" h="7198">
                <a:moveTo>
                  <a:pt x="0" y="0"/>
                </a:moveTo>
                <a:lnTo>
                  <a:pt x="2438400" y="0"/>
                </a:lnTo>
                <a:lnTo>
                  <a:pt x="2438400" y="7198"/>
                </a:lnTo>
                <a:lnTo>
                  <a:pt x="0" y="719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24" name="Text 22"/>
          <p:cNvSpPr/>
          <p:nvPr/>
        </p:nvSpPr>
        <p:spPr>
          <a:xfrm>
            <a:off x="4108989" y="2346623"/>
            <a:ext cx="2501385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102A4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Target: &gt;95%</a:t>
            </a:r>
            <a:endParaRPr lang="en-US" sz="1333" dirty="0"/>
          </a:p>
        </p:txBody>
      </p:sp>
      <p:sp>
        <p:nvSpPr>
          <p:cNvPr id="25" name="Shape 23"/>
          <p:cNvSpPr/>
          <p:nvPr/>
        </p:nvSpPr>
        <p:spPr>
          <a:xfrm>
            <a:off x="4108987" y="2562570"/>
            <a:ext cx="2438400" cy="71983"/>
          </a:xfrm>
          <a:custGeom>
            <a:avLst/>
            <a:gdLst/>
            <a:ahLst/>
            <a:cxnLst/>
            <a:rect l="l" t="t" r="r" b="b"/>
            <a:pathLst>
              <a:path w="2438400" h="71982">
                <a:moveTo>
                  <a:pt x="35991" y="0"/>
                </a:moveTo>
                <a:lnTo>
                  <a:pt x="2402409" y="0"/>
                </a:lnTo>
                <a:cubicBezTo>
                  <a:pt x="2422286" y="0"/>
                  <a:pt x="2438400" y="16114"/>
                  <a:pt x="2438400" y="35991"/>
                </a:cubicBezTo>
                <a:lnTo>
                  <a:pt x="2438400" y="35991"/>
                </a:lnTo>
                <a:cubicBezTo>
                  <a:pt x="2438400" y="55869"/>
                  <a:pt x="2422286" y="71982"/>
                  <a:pt x="2402409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26" name="Shape 24"/>
          <p:cNvSpPr/>
          <p:nvPr/>
        </p:nvSpPr>
        <p:spPr>
          <a:xfrm>
            <a:off x="4108987" y="2562570"/>
            <a:ext cx="1781563" cy="71983"/>
          </a:xfrm>
          <a:custGeom>
            <a:avLst/>
            <a:gdLst/>
            <a:ahLst/>
            <a:cxnLst/>
            <a:rect l="l" t="t" r="r" b="b"/>
            <a:pathLst>
              <a:path w="1781562" h="71982">
                <a:moveTo>
                  <a:pt x="35991" y="0"/>
                </a:moveTo>
                <a:lnTo>
                  <a:pt x="1745570" y="0"/>
                </a:lnTo>
                <a:cubicBezTo>
                  <a:pt x="1765448" y="0"/>
                  <a:pt x="1781562" y="16114"/>
                  <a:pt x="1781562" y="35991"/>
                </a:cubicBezTo>
                <a:lnTo>
                  <a:pt x="1781562" y="35991"/>
                </a:lnTo>
                <a:cubicBezTo>
                  <a:pt x="1781562" y="55869"/>
                  <a:pt x="1765448" y="71982"/>
                  <a:pt x="1745570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49" name="Shape 47">
            <a:hlinkClick r:id="rId4" action="ppaction://hlinksldjump"/>
          </p:cNvPr>
          <p:cNvSpPr/>
          <p:nvPr/>
        </p:nvSpPr>
        <p:spPr>
          <a:xfrm>
            <a:off x="377907" y="2922481"/>
            <a:ext cx="3183996" cy="1808555"/>
          </a:xfrm>
          <a:custGeom>
            <a:avLst/>
            <a:gdLst/>
            <a:ahLst/>
            <a:cxnLst/>
            <a:rect l="l" t="t" r="r" b="b"/>
            <a:pathLst>
              <a:path w="2744325" h="1808555">
                <a:moveTo>
                  <a:pt x="35991" y="0"/>
                </a:moveTo>
                <a:lnTo>
                  <a:pt x="2636354" y="0"/>
                </a:lnTo>
                <a:cubicBezTo>
                  <a:pt x="2695985" y="0"/>
                  <a:pt x="2744325" y="48340"/>
                  <a:pt x="2744325" y="107971"/>
                </a:cubicBezTo>
                <a:lnTo>
                  <a:pt x="2744325" y="1700584"/>
                </a:lnTo>
                <a:cubicBezTo>
                  <a:pt x="2744325" y="1760215"/>
                  <a:pt x="2695985" y="1808555"/>
                  <a:pt x="2636354" y="1808555"/>
                </a:cubicBezTo>
                <a:lnTo>
                  <a:pt x="35991" y="1808555"/>
                </a:lnTo>
                <a:cubicBezTo>
                  <a:pt x="16114" y="1808555"/>
                  <a:pt x="0" y="1792441"/>
                  <a:pt x="0" y="1772564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4967" dist="899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77909" y="2922481"/>
            <a:ext cx="35991" cy="1808555"/>
          </a:xfrm>
          <a:custGeom>
            <a:avLst/>
            <a:gdLst/>
            <a:ahLst/>
            <a:cxnLst/>
            <a:rect l="l" t="t" r="r" b="b"/>
            <a:pathLst>
              <a:path w="35991" h="1808555">
                <a:moveTo>
                  <a:pt x="35991" y="0"/>
                </a:moveTo>
                <a:lnTo>
                  <a:pt x="35991" y="0"/>
                </a:lnTo>
                <a:lnTo>
                  <a:pt x="35991" y="1808555"/>
                </a:lnTo>
                <a:lnTo>
                  <a:pt x="35991" y="1808555"/>
                </a:lnTo>
                <a:cubicBezTo>
                  <a:pt x="16114" y="1808555"/>
                  <a:pt x="0" y="1792441"/>
                  <a:pt x="0" y="1772564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51" name="Shape 49"/>
          <p:cNvSpPr/>
          <p:nvPr/>
        </p:nvSpPr>
        <p:spPr>
          <a:xfrm>
            <a:off x="566861" y="3066447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107973" y="0"/>
                </a:moveTo>
                <a:cubicBezTo>
                  <a:pt x="114173" y="0"/>
                  <a:pt x="119867" y="3416"/>
                  <a:pt x="122820" y="8857"/>
                </a:cubicBezTo>
                <a:lnTo>
                  <a:pt x="213922" y="177566"/>
                </a:lnTo>
                <a:cubicBezTo>
                  <a:pt x="216748" y="182796"/>
                  <a:pt x="216622" y="189122"/>
                  <a:pt x="213585" y="194226"/>
                </a:cubicBezTo>
                <a:cubicBezTo>
                  <a:pt x="210548" y="199329"/>
                  <a:pt x="205023" y="202450"/>
                  <a:pt x="199076" y="202450"/>
                </a:cubicBezTo>
                <a:lnTo>
                  <a:pt x="16871" y="202450"/>
                </a:lnTo>
                <a:cubicBezTo>
                  <a:pt x="10924" y="202450"/>
                  <a:pt x="5441" y="199329"/>
                  <a:pt x="2362" y="194226"/>
                </a:cubicBezTo>
                <a:cubicBezTo>
                  <a:pt x="-717" y="189122"/>
                  <a:pt x="-801" y="182796"/>
                  <a:pt x="2025" y="177566"/>
                </a:cubicBezTo>
                <a:lnTo>
                  <a:pt x="93127" y="8857"/>
                </a:lnTo>
                <a:cubicBezTo>
                  <a:pt x="96079" y="3416"/>
                  <a:pt x="101773" y="0"/>
                  <a:pt x="107973" y="0"/>
                </a:cubicBezTo>
                <a:close/>
                <a:moveTo>
                  <a:pt x="107973" y="70858"/>
                </a:moveTo>
                <a:cubicBezTo>
                  <a:pt x="102364" y="70858"/>
                  <a:pt x="97851" y="75371"/>
                  <a:pt x="97851" y="80980"/>
                </a:cubicBezTo>
                <a:lnTo>
                  <a:pt x="97851" y="128218"/>
                </a:lnTo>
                <a:cubicBezTo>
                  <a:pt x="97851" y="133828"/>
                  <a:pt x="102364" y="138341"/>
                  <a:pt x="107973" y="138341"/>
                </a:cubicBezTo>
                <a:cubicBezTo>
                  <a:pt x="113583" y="138341"/>
                  <a:pt x="118096" y="133828"/>
                  <a:pt x="118096" y="128218"/>
                </a:cubicBezTo>
                <a:lnTo>
                  <a:pt x="118096" y="80980"/>
                </a:lnTo>
                <a:cubicBezTo>
                  <a:pt x="118096" y="75371"/>
                  <a:pt x="113583" y="70858"/>
                  <a:pt x="107973" y="70858"/>
                </a:cubicBezTo>
                <a:close/>
                <a:moveTo>
                  <a:pt x="119235" y="161960"/>
                </a:moveTo>
                <a:cubicBezTo>
                  <a:pt x="119491" y="157780"/>
                  <a:pt x="117406" y="153803"/>
                  <a:pt x="113823" y="151636"/>
                </a:cubicBezTo>
                <a:cubicBezTo>
                  <a:pt x="110240" y="149468"/>
                  <a:pt x="105749" y="149468"/>
                  <a:pt x="102166" y="151636"/>
                </a:cubicBezTo>
                <a:cubicBezTo>
                  <a:pt x="98583" y="153803"/>
                  <a:pt x="96498" y="157780"/>
                  <a:pt x="96754" y="161960"/>
                </a:cubicBezTo>
                <a:cubicBezTo>
                  <a:pt x="96498" y="166140"/>
                  <a:pt x="98583" y="170117"/>
                  <a:pt x="102166" y="172285"/>
                </a:cubicBezTo>
                <a:cubicBezTo>
                  <a:pt x="105749" y="174452"/>
                  <a:pt x="110240" y="174452"/>
                  <a:pt x="113823" y="172285"/>
                </a:cubicBezTo>
                <a:cubicBezTo>
                  <a:pt x="117406" y="170117"/>
                  <a:pt x="119491" y="166140"/>
                  <a:pt x="119235" y="161960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52" name="Shape 50"/>
          <p:cNvSpPr/>
          <p:nvPr/>
        </p:nvSpPr>
        <p:spPr>
          <a:xfrm>
            <a:off x="2025515" y="3066446"/>
            <a:ext cx="1238189" cy="212349"/>
          </a:xfrm>
          <a:custGeom>
            <a:avLst/>
            <a:gdLst/>
            <a:ahLst/>
            <a:cxnLst/>
            <a:rect l="l" t="t" r="r" b="b"/>
            <a:pathLst>
              <a:path w="611849" h="215947">
                <a:moveTo>
                  <a:pt x="35992" y="0"/>
                </a:moveTo>
                <a:lnTo>
                  <a:pt x="575858" y="0"/>
                </a:lnTo>
                <a:cubicBezTo>
                  <a:pt x="595722" y="0"/>
                  <a:pt x="611849" y="16127"/>
                  <a:pt x="611849" y="35992"/>
                </a:cubicBezTo>
                <a:lnTo>
                  <a:pt x="611849" y="179955"/>
                </a:lnTo>
                <a:cubicBezTo>
                  <a:pt x="611849" y="199819"/>
                  <a:pt x="595722" y="215947"/>
                  <a:pt x="575858" y="215947"/>
                </a:cubicBezTo>
                <a:lnTo>
                  <a:pt x="35992" y="215947"/>
                </a:lnTo>
                <a:cubicBezTo>
                  <a:pt x="16127" y="215947"/>
                  <a:pt x="0" y="199819"/>
                  <a:pt x="0" y="179955"/>
                </a:cubicBezTo>
                <a:lnTo>
                  <a:pt x="0" y="35992"/>
                </a:lnTo>
                <a:cubicBezTo>
                  <a:pt x="0" y="16127"/>
                  <a:pt x="16127" y="0"/>
                  <a:pt x="35992" y="0"/>
                </a:cubicBezTo>
                <a:close/>
              </a:path>
            </a:pathLst>
          </a:custGeom>
          <a:solidFill>
            <a:srgbClr val="E53E3E">
              <a:alpha val="1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2014576" y="3057069"/>
            <a:ext cx="1238189" cy="212348"/>
          </a:xfrm>
          <a:prstGeom prst="rect">
            <a:avLst/>
          </a:prstGeom>
          <a:noFill/>
          <a:ln/>
        </p:spPr>
        <p:txBody>
          <a:bodyPr wrap="square" lIns="71983" tIns="35991" rIns="71983" bIns="35991" rtlCol="0" anchor="ctr"/>
          <a:lstStyle/>
          <a:p>
            <a:pPr>
              <a:lnSpc>
                <a:spcPct val="110000"/>
              </a:lnSpc>
            </a:pPr>
            <a:r>
              <a:rPr lang="en-US" sz="1333" b="1" dirty="0">
                <a:solidFill>
                  <a:srgbClr val="E53E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</a:t>
            </a:r>
            <a:endParaRPr lang="en-US" sz="1333" dirty="0"/>
          </a:p>
        </p:txBody>
      </p:sp>
      <p:sp>
        <p:nvSpPr>
          <p:cNvPr id="54" name="Text 52"/>
          <p:cNvSpPr/>
          <p:nvPr/>
        </p:nvSpPr>
        <p:spPr>
          <a:xfrm>
            <a:off x="539867" y="3354376"/>
            <a:ext cx="2510383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IG Rejection (ppm)</a:t>
            </a:r>
            <a:endParaRPr lang="en-US" sz="1333" dirty="0"/>
          </a:p>
        </p:txBody>
      </p:sp>
      <p:sp>
        <p:nvSpPr>
          <p:cNvPr id="55" name="Text 53"/>
          <p:cNvSpPr/>
          <p:nvPr/>
        </p:nvSpPr>
        <p:spPr>
          <a:xfrm>
            <a:off x="539867" y="3606314"/>
            <a:ext cx="2600360" cy="35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1333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18,747</a:t>
            </a:r>
            <a:endParaRPr lang="en-US" sz="1333" dirty="0"/>
          </a:p>
        </p:txBody>
      </p:sp>
      <p:sp>
        <p:nvSpPr>
          <p:cNvPr id="56" name="Shape 54"/>
          <p:cNvSpPr/>
          <p:nvPr/>
        </p:nvSpPr>
        <p:spPr>
          <a:xfrm>
            <a:off x="539867" y="4041806"/>
            <a:ext cx="2438400" cy="7199"/>
          </a:xfrm>
          <a:custGeom>
            <a:avLst/>
            <a:gdLst/>
            <a:ahLst/>
            <a:cxnLst/>
            <a:rect l="l" t="t" r="r" b="b"/>
            <a:pathLst>
              <a:path w="2438400" h="7198">
                <a:moveTo>
                  <a:pt x="0" y="0"/>
                </a:moveTo>
                <a:lnTo>
                  <a:pt x="2438400" y="0"/>
                </a:lnTo>
                <a:lnTo>
                  <a:pt x="2438400" y="7198"/>
                </a:lnTo>
                <a:lnTo>
                  <a:pt x="0" y="719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57" name="Text 55"/>
          <p:cNvSpPr/>
          <p:nvPr/>
        </p:nvSpPr>
        <p:spPr>
          <a:xfrm>
            <a:off x="539869" y="4117387"/>
            <a:ext cx="2501385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102A4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Target: &lt;1,500 ppm</a:t>
            </a:r>
            <a:endParaRPr lang="en-US" sz="1333" dirty="0"/>
          </a:p>
        </p:txBody>
      </p:sp>
      <p:sp>
        <p:nvSpPr>
          <p:cNvPr id="58" name="Shape 56"/>
          <p:cNvSpPr/>
          <p:nvPr/>
        </p:nvSpPr>
        <p:spPr>
          <a:xfrm>
            <a:off x="539867" y="4333334"/>
            <a:ext cx="2438400" cy="71983"/>
          </a:xfrm>
          <a:custGeom>
            <a:avLst/>
            <a:gdLst/>
            <a:ahLst/>
            <a:cxnLst/>
            <a:rect l="l" t="t" r="r" b="b"/>
            <a:pathLst>
              <a:path w="2438400" h="71982">
                <a:moveTo>
                  <a:pt x="35991" y="0"/>
                </a:moveTo>
                <a:lnTo>
                  <a:pt x="2402409" y="0"/>
                </a:lnTo>
                <a:cubicBezTo>
                  <a:pt x="2422286" y="0"/>
                  <a:pt x="2438400" y="16114"/>
                  <a:pt x="2438400" y="35991"/>
                </a:cubicBezTo>
                <a:lnTo>
                  <a:pt x="2438400" y="35991"/>
                </a:lnTo>
                <a:cubicBezTo>
                  <a:pt x="2438400" y="55869"/>
                  <a:pt x="2422286" y="71982"/>
                  <a:pt x="2402409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59" name="Shape 57"/>
          <p:cNvSpPr/>
          <p:nvPr/>
        </p:nvSpPr>
        <p:spPr>
          <a:xfrm>
            <a:off x="539867" y="4333334"/>
            <a:ext cx="2438400" cy="71983"/>
          </a:xfrm>
          <a:custGeom>
            <a:avLst/>
            <a:gdLst/>
            <a:ahLst/>
            <a:cxnLst/>
            <a:rect l="l" t="t" r="r" b="b"/>
            <a:pathLst>
              <a:path w="2438400" h="71982">
                <a:moveTo>
                  <a:pt x="35991" y="0"/>
                </a:moveTo>
                <a:lnTo>
                  <a:pt x="2402409" y="0"/>
                </a:lnTo>
                <a:cubicBezTo>
                  <a:pt x="2422286" y="0"/>
                  <a:pt x="2438400" y="16114"/>
                  <a:pt x="2438400" y="35991"/>
                </a:cubicBezTo>
                <a:lnTo>
                  <a:pt x="2438400" y="35991"/>
                </a:lnTo>
                <a:cubicBezTo>
                  <a:pt x="2438400" y="55869"/>
                  <a:pt x="2422286" y="71982"/>
                  <a:pt x="2402409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60" name="Text 58"/>
          <p:cNvSpPr/>
          <p:nvPr/>
        </p:nvSpPr>
        <p:spPr>
          <a:xfrm>
            <a:off x="539868" y="4441308"/>
            <a:ext cx="2492387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33" b="1" dirty="0">
                <a:solidFill>
                  <a:srgbClr val="E53E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14× OVER TARGET</a:t>
            </a:r>
            <a:endParaRPr lang="en-US" sz="1333" dirty="0"/>
          </a:p>
        </p:txBody>
      </p:sp>
      <p:sp>
        <p:nvSpPr>
          <p:cNvPr id="73" name="Shape 71">
            <a:hlinkClick r:id="rId5" action="ppaction://hlinksldjump"/>
          </p:cNvPr>
          <p:cNvSpPr/>
          <p:nvPr/>
        </p:nvSpPr>
        <p:spPr>
          <a:xfrm>
            <a:off x="7976929" y="1093679"/>
            <a:ext cx="3408841" cy="1808555"/>
          </a:xfrm>
          <a:custGeom>
            <a:avLst/>
            <a:gdLst/>
            <a:ahLst/>
            <a:cxnLst/>
            <a:rect l="l" t="t" r="r" b="b"/>
            <a:pathLst>
              <a:path w="2744325" h="1808555">
                <a:moveTo>
                  <a:pt x="35991" y="0"/>
                </a:moveTo>
                <a:lnTo>
                  <a:pt x="2636354" y="0"/>
                </a:lnTo>
                <a:cubicBezTo>
                  <a:pt x="2695985" y="0"/>
                  <a:pt x="2744325" y="48340"/>
                  <a:pt x="2744325" y="107971"/>
                </a:cubicBezTo>
                <a:lnTo>
                  <a:pt x="2744325" y="1700584"/>
                </a:lnTo>
                <a:cubicBezTo>
                  <a:pt x="2744325" y="1760215"/>
                  <a:pt x="2695985" y="1808555"/>
                  <a:pt x="2636354" y="1808555"/>
                </a:cubicBezTo>
                <a:lnTo>
                  <a:pt x="35991" y="1808555"/>
                </a:lnTo>
                <a:cubicBezTo>
                  <a:pt x="16114" y="1808555"/>
                  <a:pt x="0" y="1792441"/>
                  <a:pt x="0" y="1772564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4967" dist="899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7976930" y="1093679"/>
            <a:ext cx="35991" cy="1808555"/>
          </a:xfrm>
          <a:custGeom>
            <a:avLst/>
            <a:gdLst/>
            <a:ahLst/>
            <a:cxnLst/>
            <a:rect l="l" t="t" r="r" b="b"/>
            <a:pathLst>
              <a:path w="35991" h="1808555">
                <a:moveTo>
                  <a:pt x="35991" y="0"/>
                </a:moveTo>
                <a:lnTo>
                  <a:pt x="35991" y="0"/>
                </a:lnTo>
                <a:lnTo>
                  <a:pt x="35991" y="1808555"/>
                </a:lnTo>
                <a:lnTo>
                  <a:pt x="35991" y="1808555"/>
                </a:lnTo>
                <a:cubicBezTo>
                  <a:pt x="16114" y="1808555"/>
                  <a:pt x="0" y="1792441"/>
                  <a:pt x="0" y="1772564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75" name="Shape 73"/>
          <p:cNvSpPr/>
          <p:nvPr/>
        </p:nvSpPr>
        <p:spPr>
          <a:xfrm>
            <a:off x="8165883" y="1237644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107973" y="215947"/>
                </a:moveTo>
                <a:cubicBezTo>
                  <a:pt x="167566" y="215947"/>
                  <a:pt x="215947" y="167566"/>
                  <a:pt x="215947" y="107973"/>
                </a:cubicBezTo>
                <a:cubicBezTo>
                  <a:pt x="215947" y="48381"/>
                  <a:pt x="167566" y="0"/>
                  <a:pt x="107973" y="0"/>
                </a:cubicBezTo>
                <a:cubicBezTo>
                  <a:pt x="48381" y="0"/>
                  <a:pt x="0" y="48381"/>
                  <a:pt x="0" y="107973"/>
                </a:cubicBezTo>
                <a:cubicBezTo>
                  <a:pt x="0" y="167566"/>
                  <a:pt x="48381" y="215947"/>
                  <a:pt x="107973" y="215947"/>
                </a:cubicBezTo>
                <a:close/>
                <a:moveTo>
                  <a:pt x="70436" y="70436"/>
                </a:moveTo>
                <a:cubicBezTo>
                  <a:pt x="74400" y="66471"/>
                  <a:pt x="80811" y="66471"/>
                  <a:pt x="84734" y="70436"/>
                </a:cubicBezTo>
                <a:lnTo>
                  <a:pt x="107931" y="93633"/>
                </a:lnTo>
                <a:lnTo>
                  <a:pt x="131129" y="70436"/>
                </a:lnTo>
                <a:cubicBezTo>
                  <a:pt x="135093" y="66471"/>
                  <a:pt x="141504" y="66471"/>
                  <a:pt x="145427" y="70436"/>
                </a:cubicBezTo>
                <a:cubicBezTo>
                  <a:pt x="149349" y="74400"/>
                  <a:pt x="149391" y="80811"/>
                  <a:pt x="145427" y="84734"/>
                </a:cubicBezTo>
                <a:lnTo>
                  <a:pt x="122229" y="107931"/>
                </a:lnTo>
                <a:lnTo>
                  <a:pt x="145427" y="131129"/>
                </a:lnTo>
                <a:cubicBezTo>
                  <a:pt x="149391" y="135093"/>
                  <a:pt x="149391" y="141504"/>
                  <a:pt x="145427" y="145427"/>
                </a:cubicBezTo>
                <a:cubicBezTo>
                  <a:pt x="141462" y="149349"/>
                  <a:pt x="135051" y="149391"/>
                  <a:pt x="131129" y="145427"/>
                </a:cubicBezTo>
                <a:lnTo>
                  <a:pt x="107931" y="122229"/>
                </a:lnTo>
                <a:lnTo>
                  <a:pt x="84734" y="145427"/>
                </a:lnTo>
                <a:cubicBezTo>
                  <a:pt x="80769" y="149391"/>
                  <a:pt x="74358" y="149391"/>
                  <a:pt x="70436" y="145427"/>
                </a:cubicBezTo>
                <a:cubicBezTo>
                  <a:pt x="66513" y="141462"/>
                  <a:pt x="66471" y="135051"/>
                  <a:pt x="70436" y="131129"/>
                </a:cubicBezTo>
                <a:lnTo>
                  <a:pt x="93633" y="107931"/>
                </a:lnTo>
                <a:lnTo>
                  <a:pt x="70436" y="84734"/>
                </a:lnTo>
                <a:cubicBezTo>
                  <a:pt x="66471" y="80769"/>
                  <a:pt x="66471" y="74358"/>
                  <a:pt x="70436" y="70436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76" name="Shape 74"/>
          <p:cNvSpPr/>
          <p:nvPr/>
        </p:nvSpPr>
        <p:spPr>
          <a:xfrm>
            <a:off x="9960603" y="1237645"/>
            <a:ext cx="1254655" cy="238105"/>
          </a:xfrm>
          <a:custGeom>
            <a:avLst/>
            <a:gdLst/>
            <a:ahLst/>
            <a:cxnLst/>
            <a:rect l="l" t="t" r="r" b="b"/>
            <a:pathLst>
              <a:path w="611849" h="215947">
                <a:moveTo>
                  <a:pt x="35992" y="0"/>
                </a:moveTo>
                <a:lnTo>
                  <a:pt x="575858" y="0"/>
                </a:lnTo>
                <a:cubicBezTo>
                  <a:pt x="595722" y="0"/>
                  <a:pt x="611849" y="16127"/>
                  <a:pt x="611849" y="35992"/>
                </a:cubicBezTo>
                <a:lnTo>
                  <a:pt x="611849" y="179955"/>
                </a:lnTo>
                <a:cubicBezTo>
                  <a:pt x="611849" y="199819"/>
                  <a:pt x="595722" y="215947"/>
                  <a:pt x="575858" y="215947"/>
                </a:cubicBezTo>
                <a:lnTo>
                  <a:pt x="35992" y="215947"/>
                </a:lnTo>
                <a:cubicBezTo>
                  <a:pt x="16127" y="215947"/>
                  <a:pt x="0" y="199819"/>
                  <a:pt x="0" y="179955"/>
                </a:cubicBezTo>
                <a:lnTo>
                  <a:pt x="0" y="35992"/>
                </a:lnTo>
                <a:cubicBezTo>
                  <a:pt x="0" y="16127"/>
                  <a:pt x="16127" y="0"/>
                  <a:pt x="35992" y="0"/>
                </a:cubicBezTo>
                <a:close/>
              </a:path>
            </a:pathLst>
          </a:custGeom>
          <a:solidFill>
            <a:srgbClr val="E53E3E">
              <a:alpha val="10196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9960604" y="1237644"/>
            <a:ext cx="1050960" cy="238105"/>
          </a:xfrm>
          <a:prstGeom prst="rect">
            <a:avLst/>
          </a:prstGeom>
          <a:noFill/>
          <a:ln/>
        </p:spPr>
        <p:txBody>
          <a:bodyPr wrap="square" lIns="71983" tIns="35991" rIns="71983" bIns="35991" rtlCol="0" anchor="ctr"/>
          <a:lstStyle/>
          <a:p>
            <a:pPr>
              <a:lnSpc>
                <a:spcPct val="110000"/>
              </a:lnSpc>
            </a:pPr>
            <a:r>
              <a:rPr lang="en-US" sz="1333" b="1" dirty="0">
                <a:solidFill>
                  <a:srgbClr val="E53E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</a:t>
            </a:r>
            <a:endParaRPr lang="en-US" sz="1333" dirty="0"/>
          </a:p>
        </p:txBody>
      </p:sp>
      <p:sp>
        <p:nvSpPr>
          <p:cNvPr id="78" name="Text 76"/>
          <p:cNvSpPr/>
          <p:nvPr/>
        </p:nvSpPr>
        <p:spPr>
          <a:xfrm>
            <a:off x="8138890" y="1525573"/>
            <a:ext cx="2510383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IG Rework (ppm)</a:t>
            </a:r>
            <a:endParaRPr lang="en-US" sz="1333" dirty="0"/>
          </a:p>
        </p:txBody>
      </p:sp>
      <p:sp>
        <p:nvSpPr>
          <p:cNvPr id="79" name="Text 77"/>
          <p:cNvSpPr/>
          <p:nvPr/>
        </p:nvSpPr>
        <p:spPr>
          <a:xfrm>
            <a:off x="8138889" y="1777511"/>
            <a:ext cx="2600360" cy="35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1333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32,343</a:t>
            </a:r>
            <a:endParaRPr lang="en-US" sz="1333" dirty="0"/>
          </a:p>
        </p:txBody>
      </p:sp>
      <p:sp>
        <p:nvSpPr>
          <p:cNvPr id="81" name="Text 79"/>
          <p:cNvSpPr/>
          <p:nvPr/>
        </p:nvSpPr>
        <p:spPr>
          <a:xfrm>
            <a:off x="8138890" y="2288585"/>
            <a:ext cx="2501385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102A4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Target: &lt;7,500 ppm</a:t>
            </a:r>
            <a:endParaRPr lang="en-US" sz="1333" dirty="0"/>
          </a:p>
        </p:txBody>
      </p:sp>
      <p:sp>
        <p:nvSpPr>
          <p:cNvPr id="82" name="Shape 80"/>
          <p:cNvSpPr/>
          <p:nvPr/>
        </p:nvSpPr>
        <p:spPr>
          <a:xfrm>
            <a:off x="8138889" y="2504531"/>
            <a:ext cx="2438400" cy="71983"/>
          </a:xfrm>
          <a:custGeom>
            <a:avLst/>
            <a:gdLst/>
            <a:ahLst/>
            <a:cxnLst/>
            <a:rect l="l" t="t" r="r" b="b"/>
            <a:pathLst>
              <a:path w="2438400" h="71982">
                <a:moveTo>
                  <a:pt x="35991" y="0"/>
                </a:moveTo>
                <a:lnTo>
                  <a:pt x="2402409" y="0"/>
                </a:lnTo>
                <a:cubicBezTo>
                  <a:pt x="2422286" y="0"/>
                  <a:pt x="2438400" y="16114"/>
                  <a:pt x="2438400" y="35991"/>
                </a:cubicBezTo>
                <a:lnTo>
                  <a:pt x="2438400" y="35991"/>
                </a:lnTo>
                <a:cubicBezTo>
                  <a:pt x="2438400" y="55869"/>
                  <a:pt x="2422286" y="71982"/>
                  <a:pt x="2402409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83" name="Shape 81"/>
          <p:cNvSpPr/>
          <p:nvPr/>
        </p:nvSpPr>
        <p:spPr>
          <a:xfrm>
            <a:off x="8138889" y="2504531"/>
            <a:ext cx="2872675" cy="71983"/>
          </a:xfrm>
          <a:custGeom>
            <a:avLst/>
            <a:gdLst/>
            <a:ahLst/>
            <a:cxnLst/>
            <a:rect l="l" t="t" r="r" b="b"/>
            <a:pathLst>
              <a:path w="2438400" h="71982">
                <a:moveTo>
                  <a:pt x="35991" y="0"/>
                </a:moveTo>
                <a:lnTo>
                  <a:pt x="2402409" y="0"/>
                </a:lnTo>
                <a:cubicBezTo>
                  <a:pt x="2422286" y="0"/>
                  <a:pt x="2438400" y="16114"/>
                  <a:pt x="2438400" y="35991"/>
                </a:cubicBezTo>
                <a:lnTo>
                  <a:pt x="2438400" y="35991"/>
                </a:lnTo>
                <a:cubicBezTo>
                  <a:pt x="2438400" y="55869"/>
                  <a:pt x="2422286" y="71982"/>
                  <a:pt x="2402409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84" name="Text 82"/>
          <p:cNvSpPr/>
          <p:nvPr/>
        </p:nvSpPr>
        <p:spPr>
          <a:xfrm>
            <a:off x="8138891" y="2612506"/>
            <a:ext cx="2492387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33" b="1" dirty="0">
                <a:solidFill>
                  <a:srgbClr val="E53E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5× OVER TARGET</a:t>
            </a:r>
            <a:endParaRPr lang="en-US" sz="1333" dirty="0"/>
          </a:p>
        </p:txBody>
      </p:sp>
      <p:sp>
        <p:nvSpPr>
          <p:cNvPr id="97" name="Shape 95">
            <a:hlinkClick r:id="rId6" action="ppaction://hlinksldjump"/>
          </p:cNvPr>
          <p:cNvSpPr/>
          <p:nvPr/>
        </p:nvSpPr>
        <p:spPr>
          <a:xfrm>
            <a:off x="3969843" y="2931755"/>
            <a:ext cx="3500687" cy="1808555"/>
          </a:xfrm>
          <a:custGeom>
            <a:avLst/>
            <a:gdLst/>
            <a:ahLst/>
            <a:cxnLst/>
            <a:rect l="l" t="t" r="r" b="b"/>
            <a:pathLst>
              <a:path w="2744325" h="1628599">
                <a:moveTo>
                  <a:pt x="35991" y="0"/>
                </a:moveTo>
                <a:lnTo>
                  <a:pt x="2636349" y="0"/>
                </a:lnTo>
                <a:cubicBezTo>
                  <a:pt x="2695982" y="0"/>
                  <a:pt x="2744325" y="48343"/>
                  <a:pt x="2744325" y="107976"/>
                </a:cubicBezTo>
                <a:lnTo>
                  <a:pt x="2744325" y="1520623"/>
                </a:lnTo>
                <a:cubicBezTo>
                  <a:pt x="2744325" y="1580257"/>
                  <a:pt x="2695982" y="1628599"/>
                  <a:pt x="2636349" y="1628599"/>
                </a:cubicBezTo>
                <a:lnTo>
                  <a:pt x="35991" y="1628599"/>
                </a:lnTo>
                <a:cubicBezTo>
                  <a:pt x="16114" y="1628599"/>
                  <a:pt x="0" y="1612485"/>
                  <a:pt x="0" y="1592608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4967" dist="899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3969845" y="2931754"/>
            <a:ext cx="60959" cy="1785567"/>
          </a:xfrm>
          <a:custGeom>
            <a:avLst/>
            <a:gdLst/>
            <a:ahLst/>
            <a:cxnLst/>
            <a:rect l="l" t="t" r="r" b="b"/>
            <a:pathLst>
              <a:path w="35991" h="1628599">
                <a:moveTo>
                  <a:pt x="35991" y="0"/>
                </a:moveTo>
                <a:lnTo>
                  <a:pt x="35991" y="0"/>
                </a:lnTo>
                <a:lnTo>
                  <a:pt x="35991" y="1628599"/>
                </a:lnTo>
                <a:lnTo>
                  <a:pt x="35991" y="1628599"/>
                </a:lnTo>
                <a:cubicBezTo>
                  <a:pt x="16114" y="1628599"/>
                  <a:pt x="0" y="1612485"/>
                  <a:pt x="0" y="1592608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48BB78"/>
          </a:solidFill>
          <a:ln/>
        </p:spPr>
      </p:sp>
      <p:sp>
        <p:nvSpPr>
          <p:cNvPr id="99" name="Shape 97"/>
          <p:cNvSpPr/>
          <p:nvPr/>
        </p:nvSpPr>
        <p:spPr>
          <a:xfrm>
            <a:off x="4158797" y="3075717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107973" y="215947"/>
                </a:moveTo>
                <a:cubicBezTo>
                  <a:pt x="167566" y="215947"/>
                  <a:pt x="215947" y="167566"/>
                  <a:pt x="215947" y="107973"/>
                </a:cubicBezTo>
                <a:cubicBezTo>
                  <a:pt x="215947" y="48381"/>
                  <a:pt x="167566" y="0"/>
                  <a:pt x="107973" y="0"/>
                </a:cubicBezTo>
                <a:cubicBezTo>
                  <a:pt x="48381" y="0"/>
                  <a:pt x="0" y="48381"/>
                  <a:pt x="0" y="107973"/>
                </a:cubicBezTo>
                <a:cubicBezTo>
                  <a:pt x="0" y="167566"/>
                  <a:pt x="48381" y="215947"/>
                  <a:pt x="107973" y="215947"/>
                </a:cubicBezTo>
                <a:close/>
                <a:moveTo>
                  <a:pt x="143571" y="89711"/>
                </a:moveTo>
                <a:lnTo>
                  <a:pt x="109829" y="143697"/>
                </a:lnTo>
                <a:cubicBezTo>
                  <a:pt x="108058" y="146523"/>
                  <a:pt x="105021" y="148295"/>
                  <a:pt x="101689" y="148463"/>
                </a:cubicBezTo>
                <a:cubicBezTo>
                  <a:pt x="98357" y="148632"/>
                  <a:pt x="95152" y="147114"/>
                  <a:pt x="93169" y="144414"/>
                </a:cubicBezTo>
                <a:lnTo>
                  <a:pt x="72924" y="117421"/>
                </a:lnTo>
                <a:cubicBezTo>
                  <a:pt x="69550" y="112950"/>
                  <a:pt x="70478" y="106624"/>
                  <a:pt x="74949" y="103250"/>
                </a:cubicBezTo>
                <a:cubicBezTo>
                  <a:pt x="79420" y="99875"/>
                  <a:pt x="85746" y="100803"/>
                  <a:pt x="89120" y="105274"/>
                </a:cubicBezTo>
                <a:lnTo>
                  <a:pt x="100508" y="120458"/>
                </a:lnTo>
                <a:lnTo>
                  <a:pt x="126405" y="78998"/>
                </a:lnTo>
                <a:cubicBezTo>
                  <a:pt x="129357" y="74274"/>
                  <a:pt x="135599" y="72798"/>
                  <a:pt x="140365" y="75792"/>
                </a:cubicBezTo>
                <a:cubicBezTo>
                  <a:pt x="145131" y="78787"/>
                  <a:pt x="146565" y="84987"/>
                  <a:pt x="143571" y="89753"/>
                </a:cubicBezTo>
                <a:close/>
              </a:path>
            </a:pathLst>
          </a:custGeom>
          <a:solidFill>
            <a:srgbClr val="48BB78"/>
          </a:solidFill>
          <a:ln/>
        </p:spPr>
      </p:sp>
      <p:sp>
        <p:nvSpPr>
          <p:cNvPr id="100" name="Shape 98"/>
          <p:cNvSpPr/>
          <p:nvPr/>
        </p:nvSpPr>
        <p:spPr>
          <a:xfrm>
            <a:off x="5594635" y="3075718"/>
            <a:ext cx="1584579" cy="197297"/>
          </a:xfrm>
          <a:custGeom>
            <a:avLst/>
            <a:gdLst/>
            <a:ahLst/>
            <a:cxnLst/>
            <a:rect l="l" t="t" r="r" b="b"/>
            <a:pathLst>
              <a:path w="728821" h="215947">
                <a:moveTo>
                  <a:pt x="35992" y="0"/>
                </a:moveTo>
                <a:lnTo>
                  <a:pt x="692829" y="0"/>
                </a:lnTo>
                <a:cubicBezTo>
                  <a:pt x="712693" y="0"/>
                  <a:pt x="728821" y="16127"/>
                  <a:pt x="728821" y="35992"/>
                </a:cubicBezTo>
                <a:lnTo>
                  <a:pt x="728821" y="179955"/>
                </a:lnTo>
                <a:cubicBezTo>
                  <a:pt x="728821" y="199819"/>
                  <a:pt x="712693" y="215947"/>
                  <a:pt x="692829" y="215947"/>
                </a:cubicBezTo>
                <a:lnTo>
                  <a:pt x="35992" y="215947"/>
                </a:lnTo>
                <a:cubicBezTo>
                  <a:pt x="16127" y="215947"/>
                  <a:pt x="0" y="199819"/>
                  <a:pt x="0" y="179955"/>
                </a:cubicBezTo>
                <a:lnTo>
                  <a:pt x="0" y="35992"/>
                </a:lnTo>
                <a:cubicBezTo>
                  <a:pt x="0" y="16127"/>
                  <a:pt x="16127" y="0"/>
                  <a:pt x="35992" y="0"/>
                </a:cubicBezTo>
                <a:close/>
              </a:path>
            </a:pathLst>
          </a:custGeom>
          <a:solidFill>
            <a:srgbClr val="48BB78">
              <a:alpha val="10196"/>
            </a:srgbClr>
          </a:solidFill>
          <a:ln/>
        </p:spPr>
      </p:sp>
      <p:sp>
        <p:nvSpPr>
          <p:cNvPr id="101" name="Text 99"/>
          <p:cNvSpPr/>
          <p:nvPr/>
        </p:nvSpPr>
        <p:spPr>
          <a:xfrm>
            <a:off x="5835648" y="3075719"/>
            <a:ext cx="1137245" cy="155149"/>
          </a:xfrm>
          <a:prstGeom prst="rect">
            <a:avLst/>
          </a:prstGeom>
          <a:noFill/>
          <a:ln/>
        </p:spPr>
        <p:txBody>
          <a:bodyPr wrap="square" lIns="71983" tIns="35991" rIns="71983" bIns="35991" rtlCol="0" anchor="ctr"/>
          <a:lstStyle/>
          <a:p>
            <a:pPr>
              <a:lnSpc>
                <a:spcPct val="110000"/>
              </a:lnSpc>
            </a:pPr>
            <a:r>
              <a:rPr lang="en-US" sz="1333" b="1" dirty="0">
                <a:solidFill>
                  <a:srgbClr val="48BB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 TARGET</a:t>
            </a:r>
            <a:endParaRPr lang="en-US" sz="1333" dirty="0"/>
          </a:p>
        </p:txBody>
      </p:sp>
      <p:sp>
        <p:nvSpPr>
          <p:cNvPr id="102" name="Text 100"/>
          <p:cNvSpPr/>
          <p:nvPr/>
        </p:nvSpPr>
        <p:spPr>
          <a:xfrm>
            <a:off x="4131803" y="3363646"/>
            <a:ext cx="2787495" cy="232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</a:rPr>
              <a:t>Average Output per person Production</a:t>
            </a:r>
            <a:endParaRPr lang="en-US" sz="1333" dirty="0"/>
          </a:p>
        </p:txBody>
      </p:sp>
      <p:sp>
        <p:nvSpPr>
          <p:cNvPr id="103" name="Text 101"/>
          <p:cNvSpPr/>
          <p:nvPr/>
        </p:nvSpPr>
        <p:spPr>
          <a:xfrm>
            <a:off x="4131803" y="3615586"/>
            <a:ext cx="2600360" cy="35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1333" b="1" dirty="0">
                <a:solidFill>
                  <a:srgbClr val="1A365D"/>
                </a:solidFill>
                <a:latin typeface="Quattrocento Sans" pitchFamily="34" charset="0"/>
              </a:rPr>
              <a:t>7626</a:t>
            </a:r>
          </a:p>
        </p:txBody>
      </p:sp>
      <p:sp>
        <p:nvSpPr>
          <p:cNvPr id="104" name="Shape 102"/>
          <p:cNvSpPr/>
          <p:nvPr/>
        </p:nvSpPr>
        <p:spPr>
          <a:xfrm>
            <a:off x="4131803" y="4051078"/>
            <a:ext cx="2438400" cy="7199"/>
          </a:xfrm>
          <a:custGeom>
            <a:avLst/>
            <a:gdLst/>
            <a:ahLst/>
            <a:cxnLst/>
            <a:rect l="l" t="t" r="r" b="b"/>
            <a:pathLst>
              <a:path w="2438400" h="7198">
                <a:moveTo>
                  <a:pt x="0" y="0"/>
                </a:moveTo>
                <a:lnTo>
                  <a:pt x="2438400" y="0"/>
                </a:lnTo>
                <a:lnTo>
                  <a:pt x="2438400" y="7198"/>
                </a:lnTo>
                <a:lnTo>
                  <a:pt x="0" y="719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05" name="Text 103"/>
          <p:cNvSpPr/>
          <p:nvPr/>
        </p:nvSpPr>
        <p:spPr>
          <a:xfrm>
            <a:off x="4131805" y="4126659"/>
            <a:ext cx="2501385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102A4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Target: &gt;5000 </a:t>
            </a:r>
            <a:endParaRPr lang="en-US" sz="1333" dirty="0"/>
          </a:p>
        </p:txBody>
      </p:sp>
      <p:sp>
        <p:nvSpPr>
          <p:cNvPr id="106" name="Shape 104"/>
          <p:cNvSpPr/>
          <p:nvPr/>
        </p:nvSpPr>
        <p:spPr>
          <a:xfrm>
            <a:off x="4131803" y="4342606"/>
            <a:ext cx="2438400" cy="71983"/>
          </a:xfrm>
          <a:custGeom>
            <a:avLst/>
            <a:gdLst/>
            <a:ahLst/>
            <a:cxnLst/>
            <a:rect l="l" t="t" r="r" b="b"/>
            <a:pathLst>
              <a:path w="2438400" h="71982">
                <a:moveTo>
                  <a:pt x="35991" y="0"/>
                </a:moveTo>
                <a:lnTo>
                  <a:pt x="2402409" y="0"/>
                </a:lnTo>
                <a:cubicBezTo>
                  <a:pt x="2422286" y="0"/>
                  <a:pt x="2438400" y="16114"/>
                  <a:pt x="2438400" y="35991"/>
                </a:cubicBezTo>
                <a:lnTo>
                  <a:pt x="2438400" y="35991"/>
                </a:lnTo>
                <a:cubicBezTo>
                  <a:pt x="2438400" y="55869"/>
                  <a:pt x="2422286" y="71982"/>
                  <a:pt x="2402409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07" name="Shape 105"/>
          <p:cNvSpPr/>
          <p:nvPr/>
        </p:nvSpPr>
        <p:spPr>
          <a:xfrm>
            <a:off x="4131805" y="4342606"/>
            <a:ext cx="557863" cy="71983"/>
          </a:xfrm>
          <a:custGeom>
            <a:avLst/>
            <a:gdLst/>
            <a:ahLst/>
            <a:cxnLst/>
            <a:rect l="l" t="t" r="r" b="b"/>
            <a:pathLst>
              <a:path w="557863" h="71982">
                <a:moveTo>
                  <a:pt x="35991" y="0"/>
                </a:moveTo>
                <a:lnTo>
                  <a:pt x="521872" y="0"/>
                </a:lnTo>
                <a:cubicBezTo>
                  <a:pt x="541749" y="0"/>
                  <a:pt x="557863" y="16114"/>
                  <a:pt x="557863" y="35991"/>
                </a:cubicBezTo>
                <a:lnTo>
                  <a:pt x="557863" y="35991"/>
                </a:lnTo>
                <a:cubicBezTo>
                  <a:pt x="557863" y="55869"/>
                  <a:pt x="541749" y="71982"/>
                  <a:pt x="521872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48BB78"/>
          </a:solidFill>
          <a:ln/>
        </p:spPr>
      </p:sp>
      <p:sp>
        <p:nvSpPr>
          <p:cNvPr id="108" name="Shape 106">
            <a:hlinkClick r:id="rId7" action="ppaction://hlinksldjump"/>
          </p:cNvPr>
          <p:cNvSpPr/>
          <p:nvPr/>
        </p:nvSpPr>
        <p:spPr>
          <a:xfrm>
            <a:off x="7962251" y="2997405"/>
            <a:ext cx="3408840" cy="1628599"/>
          </a:xfrm>
          <a:custGeom>
            <a:avLst/>
            <a:gdLst/>
            <a:ahLst/>
            <a:cxnLst/>
            <a:rect l="l" t="t" r="r" b="b"/>
            <a:pathLst>
              <a:path w="2744325" h="1628599">
                <a:moveTo>
                  <a:pt x="35991" y="0"/>
                </a:moveTo>
                <a:lnTo>
                  <a:pt x="2636349" y="0"/>
                </a:lnTo>
                <a:cubicBezTo>
                  <a:pt x="2695982" y="0"/>
                  <a:pt x="2744325" y="48343"/>
                  <a:pt x="2744325" y="107976"/>
                </a:cubicBezTo>
                <a:lnTo>
                  <a:pt x="2744325" y="1520623"/>
                </a:lnTo>
                <a:cubicBezTo>
                  <a:pt x="2744325" y="1580257"/>
                  <a:pt x="2695982" y="1628599"/>
                  <a:pt x="2636349" y="1628599"/>
                </a:cubicBezTo>
                <a:lnTo>
                  <a:pt x="35991" y="1628599"/>
                </a:lnTo>
                <a:cubicBezTo>
                  <a:pt x="16114" y="1628599"/>
                  <a:pt x="0" y="1612485"/>
                  <a:pt x="0" y="1592608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4967" dist="899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7962251" y="2997405"/>
            <a:ext cx="35991" cy="1628599"/>
          </a:xfrm>
          <a:custGeom>
            <a:avLst/>
            <a:gdLst/>
            <a:ahLst/>
            <a:cxnLst/>
            <a:rect l="l" t="t" r="r" b="b"/>
            <a:pathLst>
              <a:path w="35991" h="1628599">
                <a:moveTo>
                  <a:pt x="35991" y="0"/>
                </a:moveTo>
                <a:lnTo>
                  <a:pt x="35991" y="0"/>
                </a:lnTo>
                <a:lnTo>
                  <a:pt x="35991" y="1628599"/>
                </a:lnTo>
                <a:lnTo>
                  <a:pt x="35991" y="1628599"/>
                </a:lnTo>
                <a:cubicBezTo>
                  <a:pt x="16114" y="1628599"/>
                  <a:pt x="0" y="1612485"/>
                  <a:pt x="0" y="1592608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8151204" y="3141368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13497" y="13497"/>
                </a:moveTo>
                <a:cubicBezTo>
                  <a:pt x="20962" y="13497"/>
                  <a:pt x="26993" y="19528"/>
                  <a:pt x="26993" y="26993"/>
                </a:cubicBezTo>
                <a:lnTo>
                  <a:pt x="26993" y="168708"/>
                </a:lnTo>
                <a:cubicBezTo>
                  <a:pt x="26993" y="172420"/>
                  <a:pt x="30030" y="175457"/>
                  <a:pt x="33742" y="175457"/>
                </a:cubicBezTo>
                <a:lnTo>
                  <a:pt x="202450" y="175457"/>
                </a:lnTo>
                <a:cubicBezTo>
                  <a:pt x="209916" y="175457"/>
                  <a:pt x="215947" y="181488"/>
                  <a:pt x="215947" y="188954"/>
                </a:cubicBezTo>
                <a:cubicBezTo>
                  <a:pt x="215947" y="196419"/>
                  <a:pt x="209916" y="202450"/>
                  <a:pt x="202450" y="202450"/>
                </a:cubicBezTo>
                <a:lnTo>
                  <a:pt x="33742" y="202450"/>
                </a:lnTo>
                <a:cubicBezTo>
                  <a:pt x="15099" y="202450"/>
                  <a:pt x="0" y="187351"/>
                  <a:pt x="0" y="168708"/>
                </a:cubicBezTo>
                <a:lnTo>
                  <a:pt x="0" y="26993"/>
                </a:lnTo>
                <a:cubicBezTo>
                  <a:pt x="0" y="19528"/>
                  <a:pt x="6031" y="13497"/>
                  <a:pt x="13497" y="13497"/>
                </a:cubicBezTo>
                <a:close/>
                <a:moveTo>
                  <a:pt x="53987" y="40490"/>
                </a:moveTo>
                <a:cubicBezTo>
                  <a:pt x="53987" y="33025"/>
                  <a:pt x="60018" y="26993"/>
                  <a:pt x="67483" y="26993"/>
                </a:cubicBezTo>
                <a:lnTo>
                  <a:pt x="148463" y="26993"/>
                </a:lnTo>
                <a:cubicBezTo>
                  <a:pt x="155929" y="26993"/>
                  <a:pt x="161960" y="33025"/>
                  <a:pt x="161960" y="40490"/>
                </a:cubicBezTo>
                <a:cubicBezTo>
                  <a:pt x="161960" y="47955"/>
                  <a:pt x="155929" y="53987"/>
                  <a:pt x="148463" y="53987"/>
                </a:cubicBezTo>
                <a:lnTo>
                  <a:pt x="67483" y="53987"/>
                </a:lnTo>
                <a:cubicBezTo>
                  <a:pt x="60018" y="53987"/>
                  <a:pt x="53987" y="47955"/>
                  <a:pt x="53987" y="40490"/>
                </a:cubicBezTo>
                <a:close/>
                <a:moveTo>
                  <a:pt x="67483" y="74232"/>
                </a:moveTo>
                <a:lnTo>
                  <a:pt x="121470" y="74232"/>
                </a:lnTo>
                <a:cubicBezTo>
                  <a:pt x="128935" y="74232"/>
                  <a:pt x="134967" y="80263"/>
                  <a:pt x="134967" y="87728"/>
                </a:cubicBezTo>
                <a:cubicBezTo>
                  <a:pt x="134967" y="95194"/>
                  <a:pt x="128935" y="101225"/>
                  <a:pt x="121470" y="101225"/>
                </a:cubicBezTo>
                <a:lnTo>
                  <a:pt x="67483" y="101225"/>
                </a:lnTo>
                <a:cubicBezTo>
                  <a:pt x="60018" y="101225"/>
                  <a:pt x="53987" y="95194"/>
                  <a:pt x="53987" y="87728"/>
                </a:cubicBezTo>
                <a:cubicBezTo>
                  <a:pt x="53987" y="80263"/>
                  <a:pt x="60018" y="74232"/>
                  <a:pt x="67483" y="74232"/>
                </a:cubicBezTo>
                <a:close/>
                <a:moveTo>
                  <a:pt x="67483" y="121470"/>
                </a:moveTo>
                <a:lnTo>
                  <a:pt x="175457" y="121470"/>
                </a:lnTo>
                <a:cubicBezTo>
                  <a:pt x="182922" y="121470"/>
                  <a:pt x="188954" y="127501"/>
                  <a:pt x="188954" y="134967"/>
                </a:cubicBezTo>
                <a:cubicBezTo>
                  <a:pt x="188954" y="142432"/>
                  <a:pt x="182922" y="148463"/>
                  <a:pt x="175457" y="148463"/>
                </a:cubicBezTo>
                <a:lnTo>
                  <a:pt x="67483" y="148463"/>
                </a:lnTo>
                <a:cubicBezTo>
                  <a:pt x="60018" y="148463"/>
                  <a:pt x="53987" y="142432"/>
                  <a:pt x="53987" y="134967"/>
                </a:cubicBezTo>
                <a:cubicBezTo>
                  <a:pt x="53987" y="127501"/>
                  <a:pt x="60018" y="121470"/>
                  <a:pt x="67483" y="121470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9966241" y="3141369"/>
            <a:ext cx="1285009" cy="187132"/>
          </a:xfrm>
          <a:custGeom>
            <a:avLst/>
            <a:gdLst/>
            <a:ahLst/>
            <a:cxnLst/>
            <a:rect l="l" t="t" r="r" b="b"/>
            <a:pathLst>
              <a:path w="953765" h="215947">
                <a:moveTo>
                  <a:pt x="35992" y="0"/>
                </a:moveTo>
                <a:lnTo>
                  <a:pt x="917773" y="0"/>
                </a:lnTo>
                <a:cubicBezTo>
                  <a:pt x="937638" y="0"/>
                  <a:pt x="953765" y="16127"/>
                  <a:pt x="953765" y="35992"/>
                </a:cubicBezTo>
                <a:lnTo>
                  <a:pt x="953765" y="179955"/>
                </a:lnTo>
                <a:cubicBezTo>
                  <a:pt x="953765" y="199819"/>
                  <a:pt x="937638" y="215947"/>
                  <a:pt x="917773" y="215947"/>
                </a:cubicBezTo>
                <a:lnTo>
                  <a:pt x="35992" y="215947"/>
                </a:lnTo>
                <a:cubicBezTo>
                  <a:pt x="16127" y="215947"/>
                  <a:pt x="0" y="199819"/>
                  <a:pt x="0" y="179955"/>
                </a:cubicBezTo>
                <a:lnTo>
                  <a:pt x="0" y="35992"/>
                </a:lnTo>
                <a:cubicBezTo>
                  <a:pt x="0" y="16127"/>
                  <a:pt x="16127" y="0"/>
                  <a:pt x="35992" y="0"/>
                </a:cubicBezTo>
                <a:close/>
              </a:path>
            </a:pathLst>
          </a:custGeom>
          <a:solidFill>
            <a:srgbClr val="E53E3E">
              <a:alpha val="10196"/>
            </a:srgbClr>
          </a:solidFill>
          <a:ln/>
        </p:spPr>
      </p:sp>
      <p:sp>
        <p:nvSpPr>
          <p:cNvPr id="112" name="Text 110"/>
          <p:cNvSpPr/>
          <p:nvPr/>
        </p:nvSpPr>
        <p:spPr>
          <a:xfrm>
            <a:off x="9919350" y="3141369"/>
            <a:ext cx="1451741" cy="161375"/>
          </a:xfrm>
          <a:prstGeom prst="rect">
            <a:avLst/>
          </a:prstGeom>
          <a:noFill/>
          <a:ln/>
        </p:spPr>
        <p:txBody>
          <a:bodyPr wrap="square" lIns="71983" tIns="35991" rIns="71983" bIns="35991" rtlCol="0" anchor="ctr"/>
          <a:lstStyle/>
          <a:p>
            <a:pPr>
              <a:lnSpc>
                <a:spcPct val="110000"/>
              </a:lnSpc>
            </a:pPr>
            <a:r>
              <a:rPr lang="en-US" sz="1333" b="1" dirty="0">
                <a:solidFill>
                  <a:srgbClr val="E53E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BELOW TARGET</a:t>
            </a:r>
            <a:endParaRPr lang="en-US" sz="1333" dirty="0"/>
          </a:p>
        </p:txBody>
      </p:sp>
      <p:sp>
        <p:nvSpPr>
          <p:cNvPr id="113" name="Text 111"/>
          <p:cNvSpPr/>
          <p:nvPr/>
        </p:nvSpPr>
        <p:spPr>
          <a:xfrm>
            <a:off x="8124210" y="3429297"/>
            <a:ext cx="2510383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OEE – IG Machines Avg.</a:t>
            </a:r>
            <a:endParaRPr lang="en-US" sz="1333" dirty="0"/>
          </a:p>
        </p:txBody>
      </p:sp>
      <p:sp>
        <p:nvSpPr>
          <p:cNvPr id="114" name="Text 112"/>
          <p:cNvSpPr/>
          <p:nvPr/>
        </p:nvSpPr>
        <p:spPr>
          <a:xfrm>
            <a:off x="8124209" y="3681237"/>
            <a:ext cx="2600360" cy="35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1333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56.1%</a:t>
            </a:r>
            <a:endParaRPr lang="en-US" sz="1333" dirty="0"/>
          </a:p>
        </p:txBody>
      </p:sp>
      <p:sp>
        <p:nvSpPr>
          <p:cNvPr id="115" name="Shape 113"/>
          <p:cNvSpPr/>
          <p:nvPr/>
        </p:nvSpPr>
        <p:spPr>
          <a:xfrm>
            <a:off x="8124209" y="4116729"/>
            <a:ext cx="2438400" cy="7199"/>
          </a:xfrm>
          <a:custGeom>
            <a:avLst/>
            <a:gdLst/>
            <a:ahLst/>
            <a:cxnLst/>
            <a:rect l="l" t="t" r="r" b="b"/>
            <a:pathLst>
              <a:path w="2438400" h="7198">
                <a:moveTo>
                  <a:pt x="0" y="0"/>
                </a:moveTo>
                <a:lnTo>
                  <a:pt x="2438400" y="0"/>
                </a:lnTo>
                <a:lnTo>
                  <a:pt x="2438400" y="7198"/>
                </a:lnTo>
                <a:lnTo>
                  <a:pt x="0" y="719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16" name="Text 114"/>
          <p:cNvSpPr/>
          <p:nvPr/>
        </p:nvSpPr>
        <p:spPr>
          <a:xfrm>
            <a:off x="8124212" y="4192310"/>
            <a:ext cx="2501385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102A4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Target: &gt;65%</a:t>
            </a:r>
            <a:endParaRPr lang="en-US" sz="1333" dirty="0"/>
          </a:p>
        </p:txBody>
      </p:sp>
      <p:sp>
        <p:nvSpPr>
          <p:cNvPr id="117" name="Shape 115"/>
          <p:cNvSpPr/>
          <p:nvPr/>
        </p:nvSpPr>
        <p:spPr>
          <a:xfrm>
            <a:off x="8124209" y="4408257"/>
            <a:ext cx="2887355" cy="60959"/>
          </a:xfrm>
          <a:custGeom>
            <a:avLst/>
            <a:gdLst/>
            <a:ahLst/>
            <a:cxnLst/>
            <a:rect l="l" t="t" r="r" b="b"/>
            <a:pathLst>
              <a:path w="2438400" h="71982">
                <a:moveTo>
                  <a:pt x="35991" y="0"/>
                </a:moveTo>
                <a:lnTo>
                  <a:pt x="2402409" y="0"/>
                </a:lnTo>
                <a:cubicBezTo>
                  <a:pt x="2422286" y="0"/>
                  <a:pt x="2438400" y="16114"/>
                  <a:pt x="2438400" y="35991"/>
                </a:cubicBezTo>
                <a:lnTo>
                  <a:pt x="2438400" y="35991"/>
                </a:lnTo>
                <a:cubicBezTo>
                  <a:pt x="2438400" y="55869"/>
                  <a:pt x="2422286" y="71982"/>
                  <a:pt x="2402409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18" name="Shape 116"/>
          <p:cNvSpPr/>
          <p:nvPr/>
        </p:nvSpPr>
        <p:spPr>
          <a:xfrm>
            <a:off x="8124210" y="4408257"/>
            <a:ext cx="2096484" cy="71983"/>
          </a:xfrm>
          <a:custGeom>
            <a:avLst/>
            <a:gdLst/>
            <a:ahLst/>
            <a:cxnLst/>
            <a:rect l="l" t="t" r="r" b="b"/>
            <a:pathLst>
              <a:path w="2096484" h="71982">
                <a:moveTo>
                  <a:pt x="35991" y="0"/>
                </a:moveTo>
                <a:lnTo>
                  <a:pt x="2060493" y="0"/>
                </a:lnTo>
                <a:cubicBezTo>
                  <a:pt x="2080370" y="0"/>
                  <a:pt x="2096484" y="16114"/>
                  <a:pt x="2096484" y="35991"/>
                </a:cubicBezTo>
                <a:lnTo>
                  <a:pt x="2096484" y="35991"/>
                </a:lnTo>
                <a:cubicBezTo>
                  <a:pt x="2096484" y="55869"/>
                  <a:pt x="2080370" y="71982"/>
                  <a:pt x="2060493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428042" y="4894479"/>
            <a:ext cx="6142161" cy="1628599"/>
          </a:xfrm>
          <a:custGeom>
            <a:avLst/>
            <a:gdLst/>
            <a:ahLst/>
            <a:cxnLst/>
            <a:rect l="l" t="t" r="r" b="b"/>
            <a:pathLst>
              <a:path w="5659607" h="1628599">
                <a:moveTo>
                  <a:pt x="107976" y="0"/>
                </a:moveTo>
                <a:lnTo>
                  <a:pt x="5551631" y="0"/>
                </a:lnTo>
                <a:cubicBezTo>
                  <a:pt x="5611265" y="0"/>
                  <a:pt x="5659607" y="48343"/>
                  <a:pt x="5659607" y="107976"/>
                </a:cubicBezTo>
                <a:lnTo>
                  <a:pt x="5659607" y="1520623"/>
                </a:lnTo>
                <a:cubicBezTo>
                  <a:pt x="5659607" y="1580257"/>
                  <a:pt x="5611265" y="1628599"/>
                  <a:pt x="5551631" y="1628599"/>
                </a:cubicBezTo>
                <a:lnTo>
                  <a:pt x="107976" y="1628599"/>
                </a:lnTo>
                <a:cubicBezTo>
                  <a:pt x="48343" y="1628599"/>
                  <a:pt x="0" y="1580257"/>
                  <a:pt x="0" y="1520623"/>
                </a:cubicBezTo>
                <a:lnTo>
                  <a:pt x="0" y="107976"/>
                </a:lnTo>
                <a:cubicBezTo>
                  <a:pt x="0" y="48343"/>
                  <a:pt x="48343" y="0"/>
                  <a:pt x="107976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65D"/>
              </a:gs>
              <a:gs pos="100000">
                <a:srgbClr val="2B6CB0"/>
              </a:gs>
            </a:gsLst>
            <a:lin ang="0" scaled="1"/>
          </a:gradFill>
          <a:ln/>
          <a:effectLst>
            <a:outerShdw blurRad="134967" dist="899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0" name="Shape 118"/>
          <p:cNvSpPr/>
          <p:nvPr/>
        </p:nvSpPr>
        <p:spPr>
          <a:xfrm>
            <a:off x="576503" y="5524529"/>
            <a:ext cx="242940" cy="323920"/>
          </a:xfrm>
          <a:custGeom>
            <a:avLst/>
            <a:gdLst/>
            <a:ahLst/>
            <a:cxnLst/>
            <a:rect l="l" t="t" r="r" b="b"/>
            <a:pathLst>
              <a:path w="242940" h="323920">
                <a:moveTo>
                  <a:pt x="185305" y="242940"/>
                </a:moveTo>
                <a:cubicBezTo>
                  <a:pt x="189924" y="228832"/>
                  <a:pt x="199160" y="216052"/>
                  <a:pt x="209599" y="205044"/>
                </a:cubicBezTo>
                <a:cubicBezTo>
                  <a:pt x="230287" y="183281"/>
                  <a:pt x="242940" y="153862"/>
                  <a:pt x="242940" y="121470"/>
                </a:cubicBezTo>
                <a:cubicBezTo>
                  <a:pt x="242940" y="54408"/>
                  <a:pt x="188532" y="0"/>
                  <a:pt x="121470" y="0"/>
                </a:cubicBezTo>
                <a:cubicBezTo>
                  <a:pt x="54408" y="0"/>
                  <a:pt x="0" y="54408"/>
                  <a:pt x="0" y="121470"/>
                </a:cubicBezTo>
                <a:cubicBezTo>
                  <a:pt x="0" y="153862"/>
                  <a:pt x="12653" y="183281"/>
                  <a:pt x="33341" y="205044"/>
                </a:cubicBezTo>
                <a:cubicBezTo>
                  <a:pt x="43780" y="216052"/>
                  <a:pt x="53080" y="228832"/>
                  <a:pt x="57635" y="242940"/>
                </a:cubicBezTo>
                <a:lnTo>
                  <a:pt x="185242" y="242940"/>
                </a:lnTo>
                <a:close/>
                <a:moveTo>
                  <a:pt x="182205" y="273308"/>
                </a:moveTo>
                <a:lnTo>
                  <a:pt x="60735" y="273308"/>
                </a:lnTo>
                <a:lnTo>
                  <a:pt x="60735" y="283430"/>
                </a:lnTo>
                <a:cubicBezTo>
                  <a:pt x="60735" y="311394"/>
                  <a:pt x="83384" y="334043"/>
                  <a:pt x="111348" y="334043"/>
                </a:cubicBezTo>
                <a:lnTo>
                  <a:pt x="131593" y="334043"/>
                </a:lnTo>
                <a:cubicBezTo>
                  <a:pt x="159556" y="334043"/>
                  <a:pt x="182205" y="311394"/>
                  <a:pt x="182205" y="283430"/>
                </a:cubicBezTo>
                <a:lnTo>
                  <a:pt x="182205" y="273308"/>
                </a:lnTo>
                <a:close/>
                <a:moveTo>
                  <a:pt x="116409" y="70858"/>
                </a:moveTo>
                <a:cubicBezTo>
                  <a:pt x="91229" y="70858"/>
                  <a:pt x="70858" y="91229"/>
                  <a:pt x="70858" y="116409"/>
                </a:cubicBezTo>
                <a:cubicBezTo>
                  <a:pt x="70858" y="124823"/>
                  <a:pt x="64088" y="131593"/>
                  <a:pt x="55674" y="131593"/>
                </a:cubicBezTo>
                <a:cubicBezTo>
                  <a:pt x="47259" y="131593"/>
                  <a:pt x="40490" y="124823"/>
                  <a:pt x="40490" y="116409"/>
                </a:cubicBezTo>
                <a:cubicBezTo>
                  <a:pt x="40490" y="74464"/>
                  <a:pt x="74464" y="40490"/>
                  <a:pt x="116409" y="40490"/>
                </a:cubicBezTo>
                <a:cubicBezTo>
                  <a:pt x="124823" y="40490"/>
                  <a:pt x="131593" y="47259"/>
                  <a:pt x="131593" y="55674"/>
                </a:cubicBezTo>
                <a:cubicBezTo>
                  <a:pt x="131593" y="64088"/>
                  <a:pt x="124823" y="70858"/>
                  <a:pt x="116409" y="70858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21" name="Text 119"/>
          <p:cNvSpPr/>
          <p:nvPr/>
        </p:nvSpPr>
        <p:spPr>
          <a:xfrm>
            <a:off x="964533" y="5326577"/>
            <a:ext cx="5065755" cy="251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122" name="Text 120"/>
          <p:cNvSpPr/>
          <p:nvPr/>
        </p:nvSpPr>
        <p:spPr>
          <a:xfrm>
            <a:off x="964534" y="5614506"/>
            <a:ext cx="5056756" cy="431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5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IG section requires immediate attention with 14× rejection and 5× rework over targets. </a:t>
            </a:r>
            <a:endParaRPr lang="en-US" sz="1600" dirty="0"/>
          </a:p>
        </p:txBody>
      </p:sp>
      <p:sp>
        <p:nvSpPr>
          <p:cNvPr id="125" name="Shape 0">
            <a:extLst>
              <a:ext uri="{FF2B5EF4-FFF2-40B4-BE49-F238E27FC236}">
                <a16:creationId xmlns:a16="http://schemas.microsoft.com/office/drawing/2014/main" id="{EBD69626-F86B-6DBA-3C08-A664717289DA}"/>
              </a:ext>
            </a:extLst>
          </p:cNvPr>
          <p:cNvSpPr/>
          <p:nvPr/>
        </p:nvSpPr>
        <p:spPr>
          <a:xfrm>
            <a:off x="0" y="10685"/>
            <a:ext cx="12192000" cy="914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1A2E5A"/>
            </a:solidFill>
            <a:prstDash val="solid"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BF8552B-B92B-6B70-66C8-43667ADCBBB6}"/>
              </a:ext>
            </a:extLst>
          </p:cNvPr>
          <p:cNvSpPr txBox="1"/>
          <p:nvPr/>
        </p:nvSpPr>
        <p:spPr>
          <a:xfrm>
            <a:off x="322923" y="169052"/>
            <a:ext cx="8826668" cy="543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9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 – February 2026</a:t>
            </a:r>
            <a:endParaRPr lang="en-US" sz="2933" dirty="0"/>
          </a:p>
        </p:txBody>
      </p:sp>
      <p:pic>
        <p:nvPicPr>
          <p:cNvPr id="130" name="Picture 129">
            <a:extLst>
              <a:ext uri="{FF2B5EF4-FFF2-40B4-BE49-F238E27FC236}">
                <a16:creationId xmlns:a16="http://schemas.microsoft.com/office/drawing/2014/main" id="{DCFDE3E9-93D9-69E3-417D-40C17ED9AE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85121" y="25181"/>
            <a:ext cx="1580980" cy="865919"/>
          </a:xfrm>
          <a:prstGeom prst="rect">
            <a:avLst/>
          </a:prstGeom>
        </p:spPr>
      </p:pic>
      <p:sp>
        <p:nvSpPr>
          <p:cNvPr id="2" name="Shape 1">
            <a:extLst>
              <a:ext uri="{FF2B5EF4-FFF2-40B4-BE49-F238E27FC236}">
                <a16:creationId xmlns:a16="http://schemas.microsoft.com/office/drawing/2014/main" id="{C4B22A83-939B-4579-085B-DADBD0F9CDE1}"/>
              </a:ext>
            </a:extLst>
          </p:cNvPr>
          <p:cNvSpPr/>
          <p:nvPr/>
        </p:nvSpPr>
        <p:spPr>
          <a:xfrm>
            <a:off x="0" y="914400"/>
            <a:ext cx="12192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21">
            <a:extLst>
              <a:ext uri="{FF2B5EF4-FFF2-40B4-BE49-F238E27FC236}">
                <a16:creationId xmlns:a16="http://schemas.microsoft.com/office/drawing/2014/main" id="{ADF2E5B2-7A70-0F2E-CED3-61BE65C953A9}"/>
              </a:ext>
            </a:extLst>
          </p:cNvPr>
          <p:cNvSpPr/>
          <p:nvPr/>
        </p:nvSpPr>
        <p:spPr>
          <a:xfrm>
            <a:off x="8148603" y="2235143"/>
            <a:ext cx="2438400" cy="7199"/>
          </a:xfrm>
          <a:custGeom>
            <a:avLst/>
            <a:gdLst/>
            <a:ahLst/>
            <a:cxnLst/>
            <a:rect l="l" t="t" r="r" b="b"/>
            <a:pathLst>
              <a:path w="2438400" h="7198">
                <a:moveTo>
                  <a:pt x="0" y="0"/>
                </a:moveTo>
                <a:lnTo>
                  <a:pt x="2438400" y="0"/>
                </a:lnTo>
                <a:lnTo>
                  <a:pt x="2438400" y="7198"/>
                </a:lnTo>
                <a:lnTo>
                  <a:pt x="0" y="719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3" action="ppaction://hlinksldjump"/>
          </p:cNvPr>
          <p:cNvSpPr/>
          <p:nvPr/>
        </p:nvSpPr>
        <p:spPr>
          <a:xfrm>
            <a:off x="0" y="-9379"/>
            <a:ext cx="12192000" cy="914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1A2E5A"/>
            </a:solidFill>
            <a:prstDash val="solid"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</p:sp>
      <p:sp>
        <p:nvSpPr>
          <p:cNvPr id="3" name="Shape 1"/>
          <p:cNvSpPr/>
          <p:nvPr/>
        </p:nvSpPr>
        <p:spPr>
          <a:xfrm>
            <a:off x="0" y="914400"/>
            <a:ext cx="12192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03632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latin typeface="Calibri "/>
                <a:ea typeface="Liter" pitchFamily="34" charset="-122"/>
                <a:cs typeface="Liter" pitchFamily="34" charset="-120"/>
              </a:rPr>
              <a:t>Process</a:t>
            </a:r>
            <a:r>
              <a:rPr lang="en-US" sz="3200" b="1" dirty="0">
                <a:latin typeface="+mj-lt"/>
                <a:ea typeface="Liter" pitchFamily="34" charset="-122"/>
                <a:cs typeface="Liter" pitchFamily="34" charset="-120"/>
              </a:rPr>
              <a:t> </a:t>
            </a:r>
            <a:r>
              <a:rPr lang="en-US" sz="3200" b="1" dirty="0">
                <a:latin typeface="Calibri "/>
                <a:ea typeface="Liter" pitchFamily="34" charset="-122"/>
                <a:cs typeface="Liter" pitchFamily="34" charset="-120"/>
              </a:rPr>
              <a:t>Capability</a:t>
            </a:r>
            <a:r>
              <a:rPr lang="en-US" sz="3200" b="1" dirty="0">
                <a:latin typeface="+mj-lt"/>
                <a:ea typeface="Liter" pitchFamily="34" charset="-122"/>
                <a:cs typeface="Liter" pitchFamily="34" charset="-120"/>
              </a:rPr>
              <a:t> </a:t>
            </a:r>
            <a:r>
              <a:rPr lang="en-US" sz="3200" b="1" dirty="0">
                <a:ea typeface="Liter" pitchFamily="34" charset="-122"/>
                <a:cs typeface="Liter" pitchFamily="34" charset="-120"/>
              </a:rPr>
              <a:t>(</a:t>
            </a:r>
            <a:r>
              <a:rPr lang="en-US" sz="3200" b="1" dirty="0" err="1">
                <a:ea typeface="Liter" pitchFamily="34" charset="-122"/>
                <a:cs typeface="Liter" pitchFamily="34" charset="-120"/>
              </a:rPr>
              <a:t>Cpk</a:t>
            </a:r>
            <a:r>
              <a:rPr lang="en-US" sz="3200" b="1" dirty="0">
                <a:ea typeface="Liter" pitchFamily="34" charset="-122"/>
                <a:cs typeface="Liter" pitchFamily="34" charset="-120"/>
              </a:rPr>
              <a:t>)</a:t>
            </a:r>
            <a:endParaRPr lang="en-US" sz="32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0E2D0CA-D09F-C8A1-D140-DDDA78F3A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5121" y="15802"/>
            <a:ext cx="1580980" cy="865919"/>
          </a:xfrm>
          <a:prstGeom prst="rect">
            <a:avLst/>
          </a:prstGeom>
        </p:spPr>
      </p:pic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CABBE2AF-EDE6-7D84-754A-98C51BC0C82D}"/>
              </a:ext>
            </a:extLst>
          </p:cNvPr>
          <p:cNvGraphicFramePr>
            <a:graphicFrameLocks noGrp="1"/>
          </p:cNvGraphicFramePr>
          <p:nvPr/>
        </p:nvGraphicFramePr>
        <p:xfrm>
          <a:off x="243839" y="1194212"/>
          <a:ext cx="10355331" cy="4655979"/>
        </p:xfrm>
        <a:graphic>
          <a:graphicData uri="http://schemas.openxmlformats.org/drawingml/2006/table">
            <a:tbl>
              <a:tblPr/>
              <a:tblGrid>
                <a:gridCol w="816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2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2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2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2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2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2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2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72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729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772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729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7729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3442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4879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 Feb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Feb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 Feb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 Feb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 Feb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 Feb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Feb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Feb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Feb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Feb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Feb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Feb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Feb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1.59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1.53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1.56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2.29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1.16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7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1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#DIV/0!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1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#DIV/0!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7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7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1.51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7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1.075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37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1.327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3" name="Shape 2">
            <a:extLst>
              <a:ext uri="{FF2B5EF4-FFF2-40B4-BE49-F238E27FC236}">
                <a16:creationId xmlns:a16="http://schemas.microsoft.com/office/drawing/2014/main" id="{2F20DE1A-54CC-4C74-1DE4-40A7C0EA2BB9}"/>
              </a:ext>
            </a:extLst>
          </p:cNvPr>
          <p:cNvSpPr/>
          <p:nvPr/>
        </p:nvSpPr>
        <p:spPr>
          <a:xfrm>
            <a:off x="2897368" y="6259220"/>
            <a:ext cx="268224" cy="268224"/>
          </a:xfrm>
          <a:prstGeom prst="rect">
            <a:avLst/>
          </a:prstGeom>
          <a:solidFill>
            <a:srgbClr val="00B050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1F829CE1-B895-0B8B-F893-DB61EE0E127E}"/>
              </a:ext>
            </a:extLst>
          </p:cNvPr>
          <p:cNvSpPr/>
          <p:nvPr/>
        </p:nvSpPr>
        <p:spPr>
          <a:xfrm>
            <a:off x="3254477" y="6222644"/>
            <a:ext cx="1178691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Cpk ≥ 1.33 (Good)</a:t>
            </a:r>
            <a:endParaRPr lang="en-US" sz="1200" dirty="0"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BAF5E9A6-C796-6FE4-EACF-FF5E92568D27}"/>
              </a:ext>
            </a:extLst>
          </p:cNvPr>
          <p:cNvSpPr/>
          <p:nvPr/>
        </p:nvSpPr>
        <p:spPr>
          <a:xfrm>
            <a:off x="4583800" y="6259220"/>
            <a:ext cx="268224" cy="26822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BE348F47-C526-A8DF-D761-0AE00FEC3B6B}"/>
              </a:ext>
            </a:extLst>
          </p:cNvPr>
          <p:cNvSpPr/>
          <p:nvPr/>
        </p:nvSpPr>
        <p:spPr>
          <a:xfrm>
            <a:off x="4912984" y="6222644"/>
            <a:ext cx="3657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1.00 ≤ Cpk &lt; 1.33 (Monitor)</a:t>
            </a:r>
            <a:endParaRPr lang="en-US" sz="120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9DF6A981-C76C-BB00-8037-B22EFC550F0F}"/>
              </a:ext>
            </a:extLst>
          </p:cNvPr>
          <p:cNvSpPr/>
          <p:nvPr/>
        </p:nvSpPr>
        <p:spPr>
          <a:xfrm>
            <a:off x="6741784" y="6222644"/>
            <a:ext cx="268224" cy="268224"/>
          </a:xfrm>
          <a:prstGeom prst="rect">
            <a:avLst/>
          </a:prstGeom>
          <a:solidFill>
            <a:srgbClr val="FF000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21A1F4AC-E694-5848-5B8B-E668DA44C27F}"/>
              </a:ext>
            </a:extLst>
          </p:cNvPr>
          <p:cNvSpPr/>
          <p:nvPr/>
        </p:nvSpPr>
        <p:spPr>
          <a:xfrm>
            <a:off x="7098893" y="6222644"/>
            <a:ext cx="1739915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Cpk &lt; 1.00 (Action Needed)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0B43D-2F1B-F707-9AA2-4D333594C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3" action="ppaction://hlinksldjump"/>
            <a:extLst>
              <a:ext uri="{FF2B5EF4-FFF2-40B4-BE49-F238E27FC236}">
                <a16:creationId xmlns:a16="http://schemas.microsoft.com/office/drawing/2014/main" id="{42CEE41F-FDFE-8379-A40F-FC44200E9AF7}"/>
              </a:ext>
            </a:extLst>
          </p:cNvPr>
          <p:cNvSpPr/>
          <p:nvPr/>
        </p:nvSpPr>
        <p:spPr>
          <a:xfrm>
            <a:off x="0" y="-9379"/>
            <a:ext cx="12192000" cy="914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1A2E5A"/>
            </a:solidFill>
            <a:prstDash val="solid"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6B6BDDC-DB17-37C8-15B3-C25936EFD049}"/>
              </a:ext>
            </a:extLst>
          </p:cNvPr>
          <p:cNvSpPr/>
          <p:nvPr/>
        </p:nvSpPr>
        <p:spPr>
          <a:xfrm>
            <a:off x="0" y="914400"/>
            <a:ext cx="12192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A7AD862-25DE-9F5E-2518-1382FB08F6DE}"/>
              </a:ext>
            </a:extLst>
          </p:cNvPr>
          <p:cNvSpPr/>
          <p:nvPr/>
        </p:nvSpPr>
        <p:spPr>
          <a:xfrm>
            <a:off x="365760" y="73152"/>
            <a:ext cx="103632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latin typeface="Calibri "/>
                <a:ea typeface="Liter" pitchFamily="34" charset="-122"/>
                <a:cs typeface="Liter" pitchFamily="34" charset="-120"/>
              </a:rPr>
              <a:t>Production Achievement</a:t>
            </a:r>
            <a:endParaRPr lang="en-US" sz="3200" b="1" dirty="0">
              <a:latin typeface="Calibri 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A2E1922-F693-3271-C2AC-4D29A3466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5121" y="15802"/>
            <a:ext cx="1580980" cy="865919"/>
          </a:xfrm>
          <a:prstGeom prst="rect">
            <a:avLst/>
          </a:prstGeom>
        </p:spPr>
      </p:pic>
      <p:graphicFrame>
        <p:nvGraphicFramePr>
          <p:cNvPr id="7" name="Chart 0">
            <a:extLst>
              <a:ext uri="{FF2B5EF4-FFF2-40B4-BE49-F238E27FC236}">
                <a16:creationId xmlns:a16="http://schemas.microsoft.com/office/drawing/2014/main" id="{A7D9C391-421F-7AC8-4D71-40C52A54190A}"/>
              </a:ext>
            </a:extLst>
          </p:cNvPr>
          <p:cNvGraphicFramePr/>
          <p:nvPr/>
        </p:nvGraphicFramePr>
        <p:xfrm>
          <a:off x="36481" y="1095712"/>
          <a:ext cx="8303956" cy="52722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Shape 5">
            <a:extLst>
              <a:ext uri="{FF2B5EF4-FFF2-40B4-BE49-F238E27FC236}">
                <a16:creationId xmlns:a16="http://schemas.microsoft.com/office/drawing/2014/main" id="{0E16A9F8-CFBB-FBFB-4A27-98937748B538}"/>
              </a:ext>
            </a:extLst>
          </p:cNvPr>
          <p:cNvSpPr/>
          <p:nvPr/>
        </p:nvSpPr>
        <p:spPr>
          <a:xfrm>
            <a:off x="8549640" y="1346547"/>
            <a:ext cx="3291840" cy="5042096"/>
          </a:xfrm>
          <a:prstGeom prst="rect">
            <a:avLst/>
          </a:prstGeom>
          <a:solidFill>
            <a:schemeClr val="bg1"/>
          </a:solidFill>
          <a:ln w="12700">
            <a:solidFill>
              <a:srgbClr val="1B2A4A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 sz="240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8EFC62EF-C7CF-BA04-E329-3A2990282DB6}"/>
              </a:ext>
            </a:extLst>
          </p:cNvPr>
          <p:cNvSpPr/>
          <p:nvPr/>
        </p:nvSpPr>
        <p:spPr>
          <a:xfrm>
            <a:off x="8549640" y="1325880"/>
            <a:ext cx="3291840" cy="475488"/>
          </a:xfrm>
          <a:prstGeom prst="rect">
            <a:avLst/>
          </a:prstGeom>
          <a:solidFill>
            <a:srgbClr val="2B5FA6"/>
          </a:solidFill>
          <a:ln w="12700">
            <a:solidFill>
              <a:srgbClr val="2B5FA6"/>
            </a:solidFill>
            <a:prstDash val="solid"/>
          </a:ln>
        </p:spPr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EA9462D9-E797-4C89-066F-3DB546EDBB16}"/>
              </a:ext>
            </a:extLst>
          </p:cNvPr>
          <p:cNvSpPr/>
          <p:nvPr/>
        </p:nvSpPr>
        <p:spPr>
          <a:xfrm>
            <a:off x="8549640" y="132588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 Fleet Summary</a:t>
            </a:r>
            <a:endParaRPr lang="en-US" sz="130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FECEB8CC-D6EB-4C12-34CC-63B0AD9ED1C3}"/>
              </a:ext>
            </a:extLst>
          </p:cNvPr>
          <p:cNvSpPr/>
          <p:nvPr/>
        </p:nvSpPr>
        <p:spPr>
          <a:xfrm>
            <a:off x="8595360" y="1829816"/>
            <a:ext cx="3200400" cy="4297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F4F7831A-6F9B-7114-E3B0-8D6443F4E7DE}"/>
              </a:ext>
            </a:extLst>
          </p:cNvPr>
          <p:cNvSpPr/>
          <p:nvPr/>
        </p:nvSpPr>
        <p:spPr>
          <a:xfrm>
            <a:off x="8641080" y="18745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Total Planned (Target)</a:t>
            </a:r>
            <a:endParaRPr lang="en-US" sz="1333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C3DF1BE-87D4-660E-83E7-96793C9A8C0C}"/>
              </a:ext>
            </a:extLst>
          </p:cNvPr>
          <p:cNvSpPr/>
          <p:nvPr/>
        </p:nvSpPr>
        <p:spPr>
          <a:xfrm>
            <a:off x="10744200" y="18745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429,523</a:t>
            </a:r>
            <a:endParaRPr lang="en-US" sz="1100" dirty="0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47442E10-AE04-C4D0-C85A-769619524218}"/>
              </a:ext>
            </a:extLst>
          </p:cNvPr>
          <p:cNvSpPr/>
          <p:nvPr/>
        </p:nvSpPr>
        <p:spPr>
          <a:xfrm>
            <a:off x="8595360" y="2743200"/>
            <a:ext cx="3200400" cy="4297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0913758C-E4A5-26F0-12C9-57048A9BB35C}"/>
              </a:ext>
            </a:extLst>
          </p:cNvPr>
          <p:cNvSpPr/>
          <p:nvPr/>
        </p:nvSpPr>
        <p:spPr>
          <a:xfrm>
            <a:off x="8641080" y="2786829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Total Rework</a:t>
            </a:r>
            <a:endParaRPr lang="en-US" sz="1333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69B87925-7A9E-6900-4C5E-D2238253E1A8}"/>
              </a:ext>
            </a:extLst>
          </p:cNvPr>
          <p:cNvSpPr/>
          <p:nvPr/>
        </p:nvSpPr>
        <p:spPr>
          <a:xfrm>
            <a:off x="10744200" y="2786555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9,455</a:t>
            </a:r>
            <a:endParaRPr lang="en-US" sz="1100" dirty="0"/>
          </a:p>
        </p:txBody>
      </p:sp>
      <p:sp>
        <p:nvSpPr>
          <p:cNvPr id="22" name="Shape 18">
            <a:hlinkClick r:id="rId6" action="ppaction://hlinksldjump"/>
            <a:extLst>
              <a:ext uri="{FF2B5EF4-FFF2-40B4-BE49-F238E27FC236}">
                <a16:creationId xmlns:a16="http://schemas.microsoft.com/office/drawing/2014/main" id="{595F91CC-1961-2D6E-E394-CD736BFF99A6}"/>
              </a:ext>
            </a:extLst>
          </p:cNvPr>
          <p:cNvSpPr/>
          <p:nvPr/>
        </p:nvSpPr>
        <p:spPr>
          <a:xfrm>
            <a:off x="8595360" y="3639312"/>
            <a:ext cx="3200400" cy="4297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D8E46E9D-DA48-0048-30DD-9D48DD8DFA90}"/>
              </a:ext>
            </a:extLst>
          </p:cNvPr>
          <p:cNvSpPr/>
          <p:nvPr/>
        </p:nvSpPr>
        <p:spPr>
          <a:xfrm>
            <a:off x="8631844" y="3664327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Total Loss Qty</a:t>
            </a:r>
            <a:endParaRPr lang="en-US" sz="1333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DB7BEED8-EDDA-5758-9DC6-50DC14572530}"/>
              </a:ext>
            </a:extLst>
          </p:cNvPr>
          <p:cNvSpPr/>
          <p:nvPr/>
        </p:nvSpPr>
        <p:spPr>
          <a:xfrm>
            <a:off x="10744200" y="3673431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86,147</a:t>
            </a:r>
            <a:endParaRPr lang="en-US" sz="11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0904C45-6693-D5D4-DB23-72ACC7CD8C45}"/>
              </a:ext>
            </a:extLst>
          </p:cNvPr>
          <p:cNvSpPr/>
          <p:nvPr/>
        </p:nvSpPr>
        <p:spPr>
          <a:xfrm>
            <a:off x="8595360" y="4535424"/>
            <a:ext cx="3200400" cy="4297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FC4B0F3-AFD5-916D-C7B6-F12B5A30E6F9}"/>
              </a:ext>
            </a:extLst>
          </p:cNvPr>
          <p:cNvSpPr/>
          <p:nvPr/>
        </p:nvSpPr>
        <p:spPr>
          <a:xfrm>
            <a:off x="8641080" y="5003651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%</a:t>
            </a:r>
            <a:endParaRPr lang="en-US" sz="1333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610321F-29A0-6810-AC9D-356C44CE2517}"/>
              </a:ext>
            </a:extLst>
          </p:cNvPr>
          <p:cNvSpPr/>
          <p:nvPr/>
        </p:nvSpPr>
        <p:spPr>
          <a:xfrm>
            <a:off x="10744200" y="5078671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100" dirty="0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965F3266-9610-3E55-8FDD-A14043E5FAA6}"/>
              </a:ext>
            </a:extLst>
          </p:cNvPr>
          <p:cNvSpPr/>
          <p:nvPr/>
        </p:nvSpPr>
        <p:spPr>
          <a:xfrm>
            <a:off x="10644554" y="5536105"/>
            <a:ext cx="110548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endParaRPr lang="en-US" sz="1100" dirty="0"/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58DFD9F8-2A55-B1B1-E011-20D349C2F387}"/>
              </a:ext>
            </a:extLst>
          </p:cNvPr>
          <p:cNvSpPr/>
          <p:nvPr/>
        </p:nvSpPr>
        <p:spPr>
          <a:xfrm>
            <a:off x="8595360" y="5464404"/>
            <a:ext cx="3200400" cy="4297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C524F17C-1115-DC13-B43F-F5A58E20A5BD}"/>
              </a:ext>
            </a:extLst>
          </p:cNvPr>
          <p:cNvSpPr/>
          <p:nvPr/>
        </p:nvSpPr>
        <p:spPr>
          <a:xfrm>
            <a:off x="8656707" y="54392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Loss %</a:t>
            </a:r>
            <a:endParaRPr lang="en-US" sz="1333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51345968-DCEA-4BAC-C6D1-931FB82A1C0D}"/>
              </a:ext>
            </a:extLst>
          </p:cNvPr>
          <p:cNvSpPr/>
          <p:nvPr/>
        </p:nvSpPr>
        <p:spPr>
          <a:xfrm>
            <a:off x="10791482" y="5448572"/>
            <a:ext cx="110548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(52750) </a:t>
            </a:r>
            <a:r>
              <a:rPr lang="en-US" sz="1100" b="1" dirty="0">
                <a:solidFill>
                  <a:srgbClr val="E88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100" dirty="0"/>
          </a:p>
        </p:txBody>
      </p:sp>
      <p:sp>
        <p:nvSpPr>
          <p:cNvPr id="32" name="Text 21">
            <a:extLst>
              <a:ext uri="{FF2B5EF4-FFF2-40B4-BE49-F238E27FC236}">
                <a16:creationId xmlns:a16="http://schemas.microsoft.com/office/drawing/2014/main" id="{D59E86B2-D961-F609-072E-F571B1B764A3}"/>
              </a:ext>
            </a:extLst>
          </p:cNvPr>
          <p:cNvSpPr/>
          <p:nvPr/>
        </p:nvSpPr>
        <p:spPr>
          <a:xfrm>
            <a:off x="8609816" y="4552455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Downtime (hrs)</a:t>
            </a:r>
            <a:endParaRPr lang="en-US" sz="1333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5E1C6E33-BFC2-58A8-786E-60B58934C721}"/>
              </a:ext>
            </a:extLst>
          </p:cNvPr>
          <p:cNvSpPr/>
          <p:nvPr/>
        </p:nvSpPr>
        <p:spPr>
          <a:xfrm>
            <a:off x="10603913" y="4580599"/>
            <a:ext cx="119927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(1,766) </a:t>
            </a:r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28E83E53-1938-A599-504C-3214EB8D9579}"/>
              </a:ext>
            </a:extLst>
          </p:cNvPr>
          <p:cNvSpPr/>
          <p:nvPr/>
        </p:nvSpPr>
        <p:spPr>
          <a:xfrm>
            <a:off x="8638377" y="3194249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Total Rejection</a:t>
            </a:r>
            <a:endParaRPr lang="en-US" sz="1333" dirty="0"/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3D56DA42-D3B4-FA52-B4C5-92B57F408E29}"/>
              </a:ext>
            </a:extLst>
          </p:cNvPr>
          <p:cNvSpPr/>
          <p:nvPr/>
        </p:nvSpPr>
        <p:spPr>
          <a:xfrm>
            <a:off x="10731701" y="3203913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5,440</a:t>
            </a:r>
            <a:endParaRPr lang="en-US" sz="1100" dirty="0"/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80604125-C42B-EF9F-D222-08CFC748E38D}"/>
              </a:ext>
            </a:extLst>
          </p:cNvPr>
          <p:cNvSpPr/>
          <p:nvPr/>
        </p:nvSpPr>
        <p:spPr>
          <a:xfrm>
            <a:off x="8656707" y="2271777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Sum of Good </a:t>
            </a:r>
            <a:endParaRPr lang="en-US" sz="1333" dirty="0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C2604314-F5AE-87E2-3855-EA87493BA7D9}"/>
              </a:ext>
            </a:extLst>
          </p:cNvPr>
          <p:cNvSpPr/>
          <p:nvPr/>
        </p:nvSpPr>
        <p:spPr>
          <a:xfrm>
            <a:off x="10782492" y="229874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b="1" dirty="0">
                <a:latin typeface="Arial" pitchFamily="34" charset="0"/>
                <a:cs typeface="Arial" pitchFamily="34" charset="-120"/>
              </a:rPr>
              <a:t>283731</a:t>
            </a:r>
            <a:endParaRPr lang="en-US" sz="1100" dirty="0"/>
          </a:p>
        </p:txBody>
      </p:sp>
      <p:sp>
        <p:nvSpPr>
          <p:cNvPr id="6" name="Text 11">
            <a:extLst>
              <a:ext uri="{FF2B5EF4-FFF2-40B4-BE49-F238E27FC236}">
                <a16:creationId xmlns:a16="http://schemas.microsoft.com/office/drawing/2014/main" id="{59BFD903-55AB-23F1-B2C9-03F9579EF1E0}"/>
              </a:ext>
            </a:extLst>
          </p:cNvPr>
          <p:cNvSpPr/>
          <p:nvPr/>
        </p:nvSpPr>
        <p:spPr>
          <a:xfrm>
            <a:off x="8661400" y="4123215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Sum of Total</a:t>
            </a:r>
            <a:endParaRPr lang="en-US" sz="1333" dirty="0"/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9936F669-AA57-5317-01E6-0D0A1DF8216F}"/>
              </a:ext>
            </a:extLst>
          </p:cNvPr>
          <p:cNvSpPr/>
          <p:nvPr/>
        </p:nvSpPr>
        <p:spPr>
          <a:xfrm>
            <a:off x="10779760" y="41592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290,626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20690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5A715-4857-BA2C-1585-0984086A5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3" action="ppaction://hlinksldjump"/>
            <a:extLst>
              <a:ext uri="{FF2B5EF4-FFF2-40B4-BE49-F238E27FC236}">
                <a16:creationId xmlns:a16="http://schemas.microsoft.com/office/drawing/2014/main" id="{BD270B90-A514-5C5B-3436-37C1A3B99A68}"/>
              </a:ext>
            </a:extLst>
          </p:cNvPr>
          <p:cNvSpPr/>
          <p:nvPr/>
        </p:nvSpPr>
        <p:spPr>
          <a:xfrm>
            <a:off x="0" y="-9379"/>
            <a:ext cx="12192000" cy="914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1A2E5A"/>
            </a:solidFill>
            <a:prstDash val="solid"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8A1A4E2-695E-4EFF-E24E-BC73F5534D0F}"/>
              </a:ext>
            </a:extLst>
          </p:cNvPr>
          <p:cNvSpPr/>
          <p:nvPr/>
        </p:nvSpPr>
        <p:spPr>
          <a:xfrm>
            <a:off x="0" y="914400"/>
            <a:ext cx="12192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AA3FBE4-0DA1-8109-30DC-A202B685970C}"/>
              </a:ext>
            </a:extLst>
          </p:cNvPr>
          <p:cNvSpPr/>
          <p:nvPr/>
        </p:nvSpPr>
        <p:spPr>
          <a:xfrm>
            <a:off x="365760" y="73152"/>
            <a:ext cx="103632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67" b="1" dirty="0">
                <a:latin typeface="Calibri "/>
                <a:ea typeface="Liter" pitchFamily="34" charset="-122"/>
              </a:rPr>
              <a:t>IG Section – Downtime Analysis </a:t>
            </a:r>
            <a:endParaRPr lang="en-US" sz="2667" b="1" dirty="0">
              <a:latin typeface="Calibri 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AD79B1E-82A3-B795-512E-D4C92EDBC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5121" y="15802"/>
            <a:ext cx="1580980" cy="865919"/>
          </a:xfrm>
          <a:prstGeom prst="rect">
            <a:avLst/>
          </a:prstGeom>
        </p:spPr>
      </p:pic>
      <p:grpSp>
        <p:nvGrpSpPr>
          <p:cNvPr id="170" name="Group: Machine Cards">
            <a:extLst>
              <a:ext uri="{FF2B5EF4-FFF2-40B4-BE49-F238E27FC236}">
                <a16:creationId xmlns:a16="http://schemas.microsoft.com/office/drawing/2014/main" id="{597FD712-B0E9-EC9C-2170-D6EAAD962ED8}"/>
              </a:ext>
            </a:extLst>
          </p:cNvPr>
          <p:cNvGrpSpPr/>
          <p:nvPr/>
        </p:nvGrpSpPr>
        <p:grpSpPr>
          <a:xfrm>
            <a:off x="237744" y="1107442"/>
            <a:ext cx="11740896" cy="5017405"/>
            <a:chOff x="201168" y="1078992"/>
            <a:chExt cx="11457432" cy="4206240"/>
          </a:xfrm>
        </p:grpSpPr>
        <p:sp>
          <p:nvSpPr>
            <p:cNvPr id="171" name="Shape 3">
              <a:extLst>
                <a:ext uri="{FF2B5EF4-FFF2-40B4-BE49-F238E27FC236}">
                  <a16:creationId xmlns:a16="http://schemas.microsoft.com/office/drawing/2014/main" id="{BF417763-D8AC-A996-E622-BD7A84F4E6E1}"/>
                </a:ext>
              </a:extLst>
            </p:cNvPr>
            <p:cNvSpPr/>
            <p:nvPr/>
          </p:nvSpPr>
          <p:spPr>
            <a:xfrm>
              <a:off x="201168" y="1078992"/>
              <a:ext cx="2816352" cy="1353312"/>
            </a:xfrm>
            <a:prstGeom prst="rect">
              <a:avLst/>
            </a:prstGeom>
            <a:solidFill>
              <a:srgbClr val="1E2A38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172" name="Text 4">
              <a:extLst>
                <a:ext uri="{FF2B5EF4-FFF2-40B4-BE49-F238E27FC236}">
                  <a16:creationId xmlns:a16="http://schemas.microsoft.com/office/drawing/2014/main" id="{7943BFAD-33C2-6629-057F-452928703FAE}"/>
                </a:ext>
              </a:extLst>
            </p:cNvPr>
            <p:cNvSpPr/>
            <p:nvPr/>
          </p:nvSpPr>
          <p:spPr>
            <a:xfrm>
              <a:off x="292608" y="1115568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33" b="1" dirty="0">
                  <a:solidFill>
                    <a:srgbClr val="FFFFFF"/>
                  </a:solidFill>
                </a:rPr>
                <a:t>IG.19</a:t>
              </a:r>
              <a:endParaRPr lang="en-US" sz="1333" dirty="0"/>
            </a:p>
          </p:txBody>
        </p:sp>
        <p:sp>
          <p:nvSpPr>
            <p:cNvPr id="173" name="Text 5">
              <a:extLst>
                <a:ext uri="{FF2B5EF4-FFF2-40B4-BE49-F238E27FC236}">
                  <a16:creationId xmlns:a16="http://schemas.microsoft.com/office/drawing/2014/main" id="{AC3E2674-11FA-F1E7-2EFF-886B6535F6FF}"/>
                </a:ext>
              </a:extLst>
            </p:cNvPr>
            <p:cNvSpPr/>
            <p:nvPr/>
          </p:nvSpPr>
          <p:spPr>
            <a:xfrm>
              <a:off x="1664208" y="1115568"/>
              <a:ext cx="126187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333" b="1" dirty="0">
                  <a:solidFill>
                    <a:srgbClr val="FF6B35"/>
                  </a:solidFill>
                </a:rPr>
                <a:t>367 hrs</a:t>
              </a:r>
              <a:endParaRPr lang="en-US" sz="1333" dirty="0"/>
            </a:p>
          </p:txBody>
        </p:sp>
        <p:sp>
          <p:nvSpPr>
            <p:cNvPr id="174" name="Shape 6">
              <a:extLst>
                <a:ext uri="{FF2B5EF4-FFF2-40B4-BE49-F238E27FC236}">
                  <a16:creationId xmlns:a16="http://schemas.microsoft.com/office/drawing/2014/main" id="{7BE7E1DD-FD5F-0BAB-79BD-CF86EB160CD9}"/>
                </a:ext>
              </a:extLst>
            </p:cNvPr>
            <p:cNvSpPr/>
            <p:nvPr/>
          </p:nvSpPr>
          <p:spPr>
            <a:xfrm>
              <a:off x="292608" y="1426464"/>
              <a:ext cx="54864" cy="164592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175" name="Text 7">
              <a:extLst>
                <a:ext uri="{FF2B5EF4-FFF2-40B4-BE49-F238E27FC236}">
                  <a16:creationId xmlns:a16="http://schemas.microsoft.com/office/drawing/2014/main" id="{F7BE6B08-38D6-37DC-A3CE-9B792166891F}"/>
                </a:ext>
              </a:extLst>
            </p:cNvPr>
            <p:cNvSpPr/>
            <p:nvPr/>
          </p:nvSpPr>
          <p:spPr>
            <a:xfrm>
              <a:off x="384048" y="1389888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dirty="0">
                  <a:solidFill>
                    <a:srgbClr val="C8D8E8"/>
                  </a:solidFill>
                </a:rPr>
                <a:t>No Operator</a:t>
              </a:r>
              <a:endParaRPr lang="en-US" sz="1133" dirty="0"/>
            </a:p>
          </p:txBody>
        </p:sp>
        <p:sp>
          <p:nvSpPr>
            <p:cNvPr id="176" name="Text 8">
              <a:extLst>
                <a:ext uri="{FF2B5EF4-FFF2-40B4-BE49-F238E27FC236}">
                  <a16:creationId xmlns:a16="http://schemas.microsoft.com/office/drawing/2014/main" id="{05644578-9E29-93F0-3C87-C35D98F6F399}"/>
                </a:ext>
              </a:extLst>
            </p:cNvPr>
            <p:cNvSpPr/>
            <p:nvPr/>
          </p:nvSpPr>
          <p:spPr>
            <a:xfrm>
              <a:off x="2212848" y="1389888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133" b="1" dirty="0">
                  <a:solidFill>
                    <a:srgbClr val="FF6B6B"/>
                  </a:solidFill>
                </a:rPr>
                <a:t>191h</a:t>
              </a:r>
              <a:endParaRPr lang="en-US" sz="1133" dirty="0"/>
            </a:p>
          </p:txBody>
        </p:sp>
        <p:sp>
          <p:nvSpPr>
            <p:cNvPr id="177" name="Shape 9">
              <a:extLst>
                <a:ext uri="{FF2B5EF4-FFF2-40B4-BE49-F238E27FC236}">
                  <a16:creationId xmlns:a16="http://schemas.microsoft.com/office/drawing/2014/main" id="{00FEF227-377A-5947-DD53-A238EEFA3D7B}"/>
                </a:ext>
              </a:extLst>
            </p:cNvPr>
            <p:cNvSpPr/>
            <p:nvPr/>
          </p:nvSpPr>
          <p:spPr>
            <a:xfrm>
              <a:off x="292608" y="1719072"/>
              <a:ext cx="54864" cy="164592"/>
            </a:xfrm>
            <a:prstGeom prst="rect">
              <a:avLst/>
            </a:prstGeom>
            <a:solidFill>
              <a:srgbClr val="7B2FBE"/>
            </a:solidFill>
            <a:ln w="12700">
              <a:solidFill>
                <a:srgbClr val="7B2FBE"/>
              </a:solidFill>
              <a:prstDash val="solid"/>
            </a:ln>
          </p:spPr>
        </p:sp>
        <p:sp>
          <p:nvSpPr>
            <p:cNvPr id="178" name="Text 10">
              <a:extLst>
                <a:ext uri="{FF2B5EF4-FFF2-40B4-BE49-F238E27FC236}">
                  <a16:creationId xmlns:a16="http://schemas.microsoft.com/office/drawing/2014/main" id="{F2B0358A-D61F-0F89-838A-C8F5130F8C6C}"/>
                </a:ext>
              </a:extLst>
            </p:cNvPr>
            <p:cNvSpPr/>
            <p:nvPr/>
          </p:nvSpPr>
          <p:spPr>
            <a:xfrm>
              <a:off x="384048" y="1682496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dirty="0">
                  <a:solidFill>
                    <a:srgbClr val="C8D8E8"/>
                  </a:solidFill>
                </a:rPr>
                <a:t>Not In Plan</a:t>
              </a:r>
              <a:endParaRPr lang="en-US" sz="1133" dirty="0"/>
            </a:p>
          </p:txBody>
        </p:sp>
        <p:sp>
          <p:nvSpPr>
            <p:cNvPr id="179" name="Text 11">
              <a:extLst>
                <a:ext uri="{FF2B5EF4-FFF2-40B4-BE49-F238E27FC236}">
                  <a16:creationId xmlns:a16="http://schemas.microsoft.com/office/drawing/2014/main" id="{1C59DF7B-1C13-EC91-DBB8-0796F880599C}"/>
                </a:ext>
              </a:extLst>
            </p:cNvPr>
            <p:cNvSpPr/>
            <p:nvPr/>
          </p:nvSpPr>
          <p:spPr>
            <a:xfrm>
              <a:off x="2212848" y="1682496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133" b="1" dirty="0">
                  <a:solidFill>
                    <a:srgbClr val="FF6B6B"/>
                  </a:solidFill>
                </a:rPr>
                <a:t>96h</a:t>
              </a:r>
              <a:endParaRPr lang="en-US" sz="1133" dirty="0"/>
            </a:p>
          </p:txBody>
        </p:sp>
        <p:sp>
          <p:nvSpPr>
            <p:cNvPr id="180" name="Shape 12">
              <a:extLst>
                <a:ext uri="{FF2B5EF4-FFF2-40B4-BE49-F238E27FC236}">
                  <a16:creationId xmlns:a16="http://schemas.microsoft.com/office/drawing/2014/main" id="{47537A82-5A39-1DEC-7F07-D05865CC73ED}"/>
                </a:ext>
              </a:extLst>
            </p:cNvPr>
            <p:cNvSpPr/>
            <p:nvPr/>
          </p:nvSpPr>
          <p:spPr>
            <a:xfrm>
              <a:off x="201168" y="2157984"/>
              <a:ext cx="2816352" cy="274320"/>
            </a:xfrm>
            <a:prstGeom prst="rect">
              <a:avLst/>
            </a:prstGeom>
            <a:solidFill>
              <a:srgbClr val="162030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181" name="Shape 13">
              <a:extLst>
                <a:ext uri="{FF2B5EF4-FFF2-40B4-BE49-F238E27FC236}">
                  <a16:creationId xmlns:a16="http://schemas.microsoft.com/office/drawing/2014/main" id="{A037EE6B-F57F-E895-2C53-C2E6BF0C7ABA}"/>
                </a:ext>
              </a:extLst>
            </p:cNvPr>
            <p:cNvSpPr/>
            <p:nvPr/>
          </p:nvSpPr>
          <p:spPr>
            <a:xfrm>
              <a:off x="201168" y="2157984"/>
              <a:ext cx="1548994" cy="45720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182" name="Text 14">
              <a:extLst>
                <a:ext uri="{FF2B5EF4-FFF2-40B4-BE49-F238E27FC236}">
                  <a16:creationId xmlns:a16="http://schemas.microsoft.com/office/drawing/2014/main" id="{D7E28C09-D78A-CD90-2DB4-E6A242F6F019}"/>
                </a:ext>
              </a:extLst>
            </p:cNvPr>
            <p:cNvSpPr/>
            <p:nvPr/>
          </p:nvSpPr>
          <p:spPr>
            <a:xfrm>
              <a:off x="274320" y="2176272"/>
              <a:ext cx="267004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33" i="1" dirty="0">
                  <a:solidFill>
                    <a:srgbClr val="8AABB8"/>
                  </a:solidFill>
                </a:rPr>
                <a:t>Top: 52% from "No Operator"</a:t>
              </a:r>
              <a:endParaRPr lang="en-US" sz="933" dirty="0"/>
            </a:p>
          </p:txBody>
        </p:sp>
        <p:sp>
          <p:nvSpPr>
            <p:cNvPr id="183" name="Shape 15">
              <a:extLst>
                <a:ext uri="{FF2B5EF4-FFF2-40B4-BE49-F238E27FC236}">
                  <a16:creationId xmlns:a16="http://schemas.microsoft.com/office/drawing/2014/main" id="{2B2FE319-44CA-309E-D650-D4A0A0B2F00F}"/>
                </a:ext>
              </a:extLst>
            </p:cNvPr>
            <p:cNvSpPr/>
            <p:nvPr/>
          </p:nvSpPr>
          <p:spPr>
            <a:xfrm>
              <a:off x="3081528" y="1078992"/>
              <a:ext cx="2816352" cy="1353312"/>
            </a:xfrm>
            <a:prstGeom prst="rect">
              <a:avLst/>
            </a:prstGeom>
            <a:solidFill>
              <a:srgbClr val="1E2A38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184" name="Text 16">
              <a:extLst>
                <a:ext uri="{FF2B5EF4-FFF2-40B4-BE49-F238E27FC236}">
                  <a16:creationId xmlns:a16="http://schemas.microsoft.com/office/drawing/2014/main" id="{17A9F1A6-ED5A-3681-2BD6-1104B5C24CB1}"/>
                </a:ext>
              </a:extLst>
            </p:cNvPr>
            <p:cNvSpPr/>
            <p:nvPr/>
          </p:nvSpPr>
          <p:spPr>
            <a:xfrm>
              <a:off x="3172968" y="1115568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33" b="1" dirty="0">
                  <a:solidFill>
                    <a:srgbClr val="FFFFFF"/>
                  </a:solidFill>
                </a:rPr>
                <a:t>IG.17</a:t>
              </a:r>
              <a:endParaRPr lang="en-US" sz="1333" dirty="0"/>
            </a:p>
          </p:txBody>
        </p:sp>
        <p:sp>
          <p:nvSpPr>
            <p:cNvPr id="185" name="Text 17">
              <a:extLst>
                <a:ext uri="{FF2B5EF4-FFF2-40B4-BE49-F238E27FC236}">
                  <a16:creationId xmlns:a16="http://schemas.microsoft.com/office/drawing/2014/main" id="{D4F548F7-1FE3-8B32-FC02-45A89B536D4A}"/>
                </a:ext>
              </a:extLst>
            </p:cNvPr>
            <p:cNvSpPr/>
            <p:nvPr/>
          </p:nvSpPr>
          <p:spPr>
            <a:xfrm>
              <a:off x="4544568" y="1115568"/>
              <a:ext cx="126187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333" b="1" dirty="0">
                  <a:solidFill>
                    <a:srgbClr val="FF6B35"/>
                  </a:solidFill>
                </a:rPr>
                <a:t>332 hrs</a:t>
              </a:r>
              <a:endParaRPr lang="en-US" sz="1333" dirty="0"/>
            </a:p>
          </p:txBody>
        </p:sp>
        <p:sp>
          <p:nvSpPr>
            <p:cNvPr id="186" name="Shape 18">
              <a:extLst>
                <a:ext uri="{FF2B5EF4-FFF2-40B4-BE49-F238E27FC236}">
                  <a16:creationId xmlns:a16="http://schemas.microsoft.com/office/drawing/2014/main" id="{1393C6BC-5371-BB7E-5507-23DE20D101EF}"/>
                </a:ext>
              </a:extLst>
            </p:cNvPr>
            <p:cNvSpPr/>
            <p:nvPr/>
          </p:nvSpPr>
          <p:spPr>
            <a:xfrm>
              <a:off x="3172968" y="1426464"/>
              <a:ext cx="54864" cy="164592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187" name="Text 19">
              <a:extLst>
                <a:ext uri="{FF2B5EF4-FFF2-40B4-BE49-F238E27FC236}">
                  <a16:creationId xmlns:a16="http://schemas.microsoft.com/office/drawing/2014/main" id="{DEDA19AC-BED5-3AF0-41FB-0308D7AABDD6}"/>
                </a:ext>
              </a:extLst>
            </p:cNvPr>
            <p:cNvSpPr/>
            <p:nvPr/>
          </p:nvSpPr>
          <p:spPr>
            <a:xfrm>
              <a:off x="3264408" y="1389888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dirty="0">
                  <a:solidFill>
                    <a:srgbClr val="C8D8E8"/>
                  </a:solidFill>
                </a:rPr>
                <a:t>No Operator</a:t>
              </a:r>
              <a:endParaRPr lang="en-US" sz="1133" dirty="0"/>
            </a:p>
          </p:txBody>
        </p:sp>
        <p:sp>
          <p:nvSpPr>
            <p:cNvPr id="188" name="Text 20">
              <a:extLst>
                <a:ext uri="{FF2B5EF4-FFF2-40B4-BE49-F238E27FC236}">
                  <a16:creationId xmlns:a16="http://schemas.microsoft.com/office/drawing/2014/main" id="{34AD1F28-7105-B1CD-F4E4-A3CECB0ED4A7}"/>
                </a:ext>
              </a:extLst>
            </p:cNvPr>
            <p:cNvSpPr/>
            <p:nvPr/>
          </p:nvSpPr>
          <p:spPr>
            <a:xfrm>
              <a:off x="5093208" y="1389888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133" b="1" dirty="0">
                  <a:solidFill>
                    <a:srgbClr val="FF6B6B"/>
                  </a:solidFill>
                </a:rPr>
                <a:t>179h</a:t>
              </a:r>
              <a:endParaRPr lang="en-US" sz="1133" dirty="0"/>
            </a:p>
          </p:txBody>
        </p:sp>
        <p:sp>
          <p:nvSpPr>
            <p:cNvPr id="189" name="Shape 21">
              <a:extLst>
                <a:ext uri="{FF2B5EF4-FFF2-40B4-BE49-F238E27FC236}">
                  <a16:creationId xmlns:a16="http://schemas.microsoft.com/office/drawing/2014/main" id="{C9D07D4B-10CC-F2CE-C342-454591C5752E}"/>
                </a:ext>
              </a:extLst>
            </p:cNvPr>
            <p:cNvSpPr/>
            <p:nvPr/>
          </p:nvSpPr>
          <p:spPr>
            <a:xfrm>
              <a:off x="3172968" y="1719072"/>
              <a:ext cx="54864" cy="164592"/>
            </a:xfrm>
            <a:prstGeom prst="rect">
              <a:avLst/>
            </a:prstGeom>
            <a:solidFill>
              <a:srgbClr val="888888"/>
            </a:solidFill>
            <a:ln w="12700">
              <a:solidFill>
                <a:srgbClr val="888888"/>
              </a:solidFill>
              <a:prstDash val="solid"/>
            </a:ln>
          </p:spPr>
        </p:sp>
        <p:sp>
          <p:nvSpPr>
            <p:cNvPr id="190" name="Text 22">
              <a:extLst>
                <a:ext uri="{FF2B5EF4-FFF2-40B4-BE49-F238E27FC236}">
                  <a16:creationId xmlns:a16="http://schemas.microsoft.com/office/drawing/2014/main" id="{85FB4692-9FFE-00E6-C955-02484DA953D4}"/>
                </a:ext>
              </a:extLst>
            </p:cNvPr>
            <p:cNvSpPr/>
            <p:nvPr/>
          </p:nvSpPr>
          <p:spPr>
            <a:xfrm>
              <a:off x="3264408" y="1682496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dirty="0">
                  <a:solidFill>
                    <a:srgbClr val="C8D8E8"/>
                  </a:solidFill>
                </a:rPr>
                <a:t>Mech Maint</a:t>
              </a:r>
              <a:endParaRPr lang="en-US" sz="1133" dirty="0"/>
            </a:p>
          </p:txBody>
        </p:sp>
        <p:sp>
          <p:nvSpPr>
            <p:cNvPr id="191" name="Text 23">
              <a:extLst>
                <a:ext uri="{FF2B5EF4-FFF2-40B4-BE49-F238E27FC236}">
                  <a16:creationId xmlns:a16="http://schemas.microsoft.com/office/drawing/2014/main" id="{98ABD00B-09F1-E696-2707-532FD4EAA442}"/>
                </a:ext>
              </a:extLst>
            </p:cNvPr>
            <p:cNvSpPr/>
            <p:nvPr/>
          </p:nvSpPr>
          <p:spPr>
            <a:xfrm>
              <a:off x="5093208" y="1682496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133" b="1" dirty="0">
                  <a:solidFill>
                    <a:srgbClr val="FF6B6B"/>
                  </a:solidFill>
                </a:rPr>
                <a:t>56h</a:t>
              </a:r>
              <a:endParaRPr lang="en-US" sz="1133" dirty="0"/>
            </a:p>
          </p:txBody>
        </p:sp>
        <p:sp>
          <p:nvSpPr>
            <p:cNvPr id="192" name="Shape 24">
              <a:extLst>
                <a:ext uri="{FF2B5EF4-FFF2-40B4-BE49-F238E27FC236}">
                  <a16:creationId xmlns:a16="http://schemas.microsoft.com/office/drawing/2014/main" id="{81B6E8B3-9CE2-AA4B-564F-6785045F2A89}"/>
                </a:ext>
              </a:extLst>
            </p:cNvPr>
            <p:cNvSpPr/>
            <p:nvPr/>
          </p:nvSpPr>
          <p:spPr>
            <a:xfrm>
              <a:off x="3081528" y="2157984"/>
              <a:ext cx="2816352" cy="274320"/>
            </a:xfrm>
            <a:prstGeom prst="rect">
              <a:avLst/>
            </a:prstGeom>
            <a:solidFill>
              <a:srgbClr val="162030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193" name="Shape 25">
              <a:extLst>
                <a:ext uri="{FF2B5EF4-FFF2-40B4-BE49-F238E27FC236}">
                  <a16:creationId xmlns:a16="http://schemas.microsoft.com/office/drawing/2014/main" id="{0001EAB2-40C9-260A-9CF9-7DED586E218A}"/>
                </a:ext>
              </a:extLst>
            </p:cNvPr>
            <p:cNvSpPr/>
            <p:nvPr/>
          </p:nvSpPr>
          <p:spPr>
            <a:xfrm>
              <a:off x="3081528" y="2157984"/>
              <a:ext cx="1548994" cy="45720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194" name="Text 26">
              <a:extLst>
                <a:ext uri="{FF2B5EF4-FFF2-40B4-BE49-F238E27FC236}">
                  <a16:creationId xmlns:a16="http://schemas.microsoft.com/office/drawing/2014/main" id="{8174A50A-A1AE-7C6B-2BF6-4E15330E9BAC}"/>
                </a:ext>
              </a:extLst>
            </p:cNvPr>
            <p:cNvSpPr/>
            <p:nvPr/>
          </p:nvSpPr>
          <p:spPr>
            <a:xfrm>
              <a:off x="3154680" y="2176272"/>
              <a:ext cx="267004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33" i="1" dirty="0">
                  <a:solidFill>
                    <a:srgbClr val="8AABB8"/>
                  </a:solidFill>
                </a:rPr>
                <a:t>Top: 54% from "No Operator"</a:t>
              </a:r>
              <a:endParaRPr lang="en-US" sz="933" dirty="0"/>
            </a:p>
          </p:txBody>
        </p:sp>
        <p:sp>
          <p:nvSpPr>
            <p:cNvPr id="195" name="Shape 27">
              <a:extLst>
                <a:ext uri="{FF2B5EF4-FFF2-40B4-BE49-F238E27FC236}">
                  <a16:creationId xmlns:a16="http://schemas.microsoft.com/office/drawing/2014/main" id="{3AA60429-16E7-2751-7B47-13AFA59F421F}"/>
                </a:ext>
              </a:extLst>
            </p:cNvPr>
            <p:cNvSpPr/>
            <p:nvPr/>
          </p:nvSpPr>
          <p:spPr>
            <a:xfrm>
              <a:off x="5961888" y="1078992"/>
              <a:ext cx="2816352" cy="1353312"/>
            </a:xfrm>
            <a:prstGeom prst="rect">
              <a:avLst/>
            </a:prstGeom>
            <a:solidFill>
              <a:srgbClr val="1E2A38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196" name="Text 28">
              <a:extLst>
                <a:ext uri="{FF2B5EF4-FFF2-40B4-BE49-F238E27FC236}">
                  <a16:creationId xmlns:a16="http://schemas.microsoft.com/office/drawing/2014/main" id="{E49EE12A-E3CB-2094-6785-69E9929EB903}"/>
                </a:ext>
              </a:extLst>
            </p:cNvPr>
            <p:cNvSpPr/>
            <p:nvPr/>
          </p:nvSpPr>
          <p:spPr>
            <a:xfrm>
              <a:off x="6053328" y="1115568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33" b="1" dirty="0">
                  <a:solidFill>
                    <a:srgbClr val="FFFFFF"/>
                  </a:solidFill>
                </a:rPr>
                <a:t>IG.20</a:t>
              </a:r>
              <a:endParaRPr lang="en-US" sz="1333" dirty="0"/>
            </a:p>
          </p:txBody>
        </p:sp>
        <p:sp>
          <p:nvSpPr>
            <p:cNvPr id="197" name="Text 29">
              <a:extLst>
                <a:ext uri="{FF2B5EF4-FFF2-40B4-BE49-F238E27FC236}">
                  <a16:creationId xmlns:a16="http://schemas.microsoft.com/office/drawing/2014/main" id="{2BA8D19C-45EF-7620-C7E5-34FC656CF870}"/>
                </a:ext>
              </a:extLst>
            </p:cNvPr>
            <p:cNvSpPr/>
            <p:nvPr/>
          </p:nvSpPr>
          <p:spPr>
            <a:xfrm>
              <a:off x="7424928" y="1115568"/>
              <a:ext cx="126187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333" b="1" dirty="0">
                  <a:solidFill>
                    <a:srgbClr val="FF6B35"/>
                  </a:solidFill>
                </a:rPr>
                <a:t>302 hrs</a:t>
              </a:r>
              <a:endParaRPr lang="en-US" sz="1333" dirty="0"/>
            </a:p>
          </p:txBody>
        </p:sp>
        <p:sp>
          <p:nvSpPr>
            <p:cNvPr id="198" name="Shape 30">
              <a:extLst>
                <a:ext uri="{FF2B5EF4-FFF2-40B4-BE49-F238E27FC236}">
                  <a16:creationId xmlns:a16="http://schemas.microsoft.com/office/drawing/2014/main" id="{234DFCCE-0620-1824-BD08-944820021A8B}"/>
                </a:ext>
              </a:extLst>
            </p:cNvPr>
            <p:cNvSpPr/>
            <p:nvPr/>
          </p:nvSpPr>
          <p:spPr>
            <a:xfrm>
              <a:off x="6053328" y="1426464"/>
              <a:ext cx="54864" cy="164592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199" name="Text 31">
              <a:extLst>
                <a:ext uri="{FF2B5EF4-FFF2-40B4-BE49-F238E27FC236}">
                  <a16:creationId xmlns:a16="http://schemas.microsoft.com/office/drawing/2014/main" id="{3EA0DA5A-7940-F91F-4292-519A40B70CDD}"/>
                </a:ext>
              </a:extLst>
            </p:cNvPr>
            <p:cNvSpPr/>
            <p:nvPr/>
          </p:nvSpPr>
          <p:spPr>
            <a:xfrm>
              <a:off x="6144768" y="1389888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dirty="0">
                  <a:solidFill>
                    <a:srgbClr val="C8D8E8"/>
                  </a:solidFill>
                </a:rPr>
                <a:t>No Operator</a:t>
              </a:r>
              <a:endParaRPr lang="en-US" sz="1133" dirty="0"/>
            </a:p>
          </p:txBody>
        </p:sp>
        <p:sp>
          <p:nvSpPr>
            <p:cNvPr id="200" name="Text 32">
              <a:extLst>
                <a:ext uri="{FF2B5EF4-FFF2-40B4-BE49-F238E27FC236}">
                  <a16:creationId xmlns:a16="http://schemas.microsoft.com/office/drawing/2014/main" id="{37E71DCC-3D9A-8A8A-6E77-3AFDC55F8F58}"/>
                </a:ext>
              </a:extLst>
            </p:cNvPr>
            <p:cNvSpPr/>
            <p:nvPr/>
          </p:nvSpPr>
          <p:spPr>
            <a:xfrm>
              <a:off x="7973568" y="1389888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133" b="1" dirty="0">
                  <a:solidFill>
                    <a:srgbClr val="FF6B6B"/>
                  </a:solidFill>
                </a:rPr>
                <a:t>180h</a:t>
              </a:r>
              <a:endParaRPr lang="en-US" sz="1133" dirty="0"/>
            </a:p>
          </p:txBody>
        </p:sp>
        <p:sp>
          <p:nvSpPr>
            <p:cNvPr id="201" name="Shape 33">
              <a:extLst>
                <a:ext uri="{FF2B5EF4-FFF2-40B4-BE49-F238E27FC236}">
                  <a16:creationId xmlns:a16="http://schemas.microsoft.com/office/drawing/2014/main" id="{5113115E-6BFE-FF7C-A7BF-9DA12F789D98}"/>
                </a:ext>
              </a:extLst>
            </p:cNvPr>
            <p:cNvSpPr/>
            <p:nvPr/>
          </p:nvSpPr>
          <p:spPr>
            <a:xfrm>
              <a:off x="6053328" y="1719072"/>
              <a:ext cx="54864" cy="164592"/>
            </a:xfrm>
            <a:prstGeom prst="rect">
              <a:avLst/>
            </a:prstGeom>
            <a:solidFill>
              <a:srgbClr val="7B2FBE"/>
            </a:solidFill>
            <a:ln w="12700">
              <a:solidFill>
                <a:srgbClr val="7B2FBE"/>
              </a:solidFill>
              <a:prstDash val="solid"/>
            </a:ln>
          </p:spPr>
        </p:sp>
        <p:sp>
          <p:nvSpPr>
            <p:cNvPr id="202" name="Text 34">
              <a:extLst>
                <a:ext uri="{FF2B5EF4-FFF2-40B4-BE49-F238E27FC236}">
                  <a16:creationId xmlns:a16="http://schemas.microsoft.com/office/drawing/2014/main" id="{4C0C1E13-3391-DA9A-8AF3-05A4F82D6BEA}"/>
                </a:ext>
              </a:extLst>
            </p:cNvPr>
            <p:cNvSpPr/>
            <p:nvPr/>
          </p:nvSpPr>
          <p:spPr>
            <a:xfrm>
              <a:off x="6144768" y="1682496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dirty="0">
                  <a:solidFill>
                    <a:srgbClr val="C8D8E8"/>
                  </a:solidFill>
                </a:rPr>
                <a:t>Not In Plan</a:t>
              </a:r>
              <a:endParaRPr lang="en-US" sz="1133" dirty="0"/>
            </a:p>
          </p:txBody>
        </p:sp>
        <p:sp>
          <p:nvSpPr>
            <p:cNvPr id="203" name="Text 35">
              <a:extLst>
                <a:ext uri="{FF2B5EF4-FFF2-40B4-BE49-F238E27FC236}">
                  <a16:creationId xmlns:a16="http://schemas.microsoft.com/office/drawing/2014/main" id="{D3EFB0E5-D105-35BA-F2B9-E53686F89610}"/>
                </a:ext>
              </a:extLst>
            </p:cNvPr>
            <p:cNvSpPr/>
            <p:nvPr/>
          </p:nvSpPr>
          <p:spPr>
            <a:xfrm>
              <a:off x="7973568" y="1682496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133" b="1" dirty="0">
                  <a:solidFill>
                    <a:srgbClr val="FF6B6B"/>
                  </a:solidFill>
                </a:rPr>
                <a:t>72h</a:t>
              </a:r>
              <a:endParaRPr lang="en-US" sz="1133" dirty="0"/>
            </a:p>
          </p:txBody>
        </p:sp>
        <p:sp>
          <p:nvSpPr>
            <p:cNvPr id="204" name="Shape 36">
              <a:extLst>
                <a:ext uri="{FF2B5EF4-FFF2-40B4-BE49-F238E27FC236}">
                  <a16:creationId xmlns:a16="http://schemas.microsoft.com/office/drawing/2014/main" id="{540AF0E2-8297-C225-061E-8E2400433127}"/>
                </a:ext>
              </a:extLst>
            </p:cNvPr>
            <p:cNvSpPr/>
            <p:nvPr/>
          </p:nvSpPr>
          <p:spPr>
            <a:xfrm>
              <a:off x="5961888" y="2157984"/>
              <a:ext cx="2816352" cy="274320"/>
            </a:xfrm>
            <a:prstGeom prst="rect">
              <a:avLst/>
            </a:prstGeom>
            <a:solidFill>
              <a:srgbClr val="162030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205" name="Shape 37">
              <a:extLst>
                <a:ext uri="{FF2B5EF4-FFF2-40B4-BE49-F238E27FC236}">
                  <a16:creationId xmlns:a16="http://schemas.microsoft.com/office/drawing/2014/main" id="{EC1DA172-9D3F-3897-E43E-4F5D045C99EF}"/>
                </a:ext>
              </a:extLst>
            </p:cNvPr>
            <p:cNvSpPr/>
            <p:nvPr/>
          </p:nvSpPr>
          <p:spPr>
            <a:xfrm>
              <a:off x="5961888" y="2157984"/>
              <a:ext cx="1548994" cy="45720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206" name="Text 38">
              <a:extLst>
                <a:ext uri="{FF2B5EF4-FFF2-40B4-BE49-F238E27FC236}">
                  <a16:creationId xmlns:a16="http://schemas.microsoft.com/office/drawing/2014/main" id="{4B9E7442-2C71-628C-EC79-871C643EE708}"/>
                </a:ext>
              </a:extLst>
            </p:cNvPr>
            <p:cNvSpPr/>
            <p:nvPr/>
          </p:nvSpPr>
          <p:spPr>
            <a:xfrm>
              <a:off x="6035040" y="2176272"/>
              <a:ext cx="267004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33" i="1" dirty="0">
                  <a:solidFill>
                    <a:srgbClr val="8AABB8"/>
                  </a:solidFill>
                </a:rPr>
                <a:t>Top: 59% from "No Operator"</a:t>
              </a:r>
              <a:endParaRPr lang="en-US" sz="933" dirty="0"/>
            </a:p>
          </p:txBody>
        </p:sp>
        <p:sp>
          <p:nvSpPr>
            <p:cNvPr id="207" name="Shape 39">
              <a:extLst>
                <a:ext uri="{FF2B5EF4-FFF2-40B4-BE49-F238E27FC236}">
                  <a16:creationId xmlns:a16="http://schemas.microsoft.com/office/drawing/2014/main" id="{5141200E-2A7A-E60D-4A8C-53DF7FC3A12F}"/>
                </a:ext>
              </a:extLst>
            </p:cNvPr>
            <p:cNvSpPr/>
            <p:nvPr/>
          </p:nvSpPr>
          <p:spPr>
            <a:xfrm>
              <a:off x="8842248" y="1078992"/>
              <a:ext cx="2816352" cy="1353312"/>
            </a:xfrm>
            <a:prstGeom prst="rect">
              <a:avLst/>
            </a:prstGeom>
            <a:solidFill>
              <a:srgbClr val="1E2A38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208" name="Text 40">
              <a:extLst>
                <a:ext uri="{FF2B5EF4-FFF2-40B4-BE49-F238E27FC236}">
                  <a16:creationId xmlns:a16="http://schemas.microsoft.com/office/drawing/2014/main" id="{6246DEF5-9576-5EB7-E73C-4DB11FA5CA64}"/>
                </a:ext>
              </a:extLst>
            </p:cNvPr>
            <p:cNvSpPr/>
            <p:nvPr/>
          </p:nvSpPr>
          <p:spPr>
            <a:xfrm>
              <a:off x="8933688" y="1115568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33" b="1" dirty="0">
                  <a:solidFill>
                    <a:srgbClr val="FFFFFF"/>
                  </a:solidFill>
                </a:rPr>
                <a:t>IG.11</a:t>
              </a:r>
              <a:endParaRPr lang="en-US" sz="1333" dirty="0"/>
            </a:p>
          </p:txBody>
        </p:sp>
        <p:sp>
          <p:nvSpPr>
            <p:cNvPr id="209" name="Text 41">
              <a:extLst>
                <a:ext uri="{FF2B5EF4-FFF2-40B4-BE49-F238E27FC236}">
                  <a16:creationId xmlns:a16="http://schemas.microsoft.com/office/drawing/2014/main" id="{40193A66-D9B6-455B-90EC-26E1071B41AC}"/>
                </a:ext>
              </a:extLst>
            </p:cNvPr>
            <p:cNvSpPr/>
            <p:nvPr/>
          </p:nvSpPr>
          <p:spPr>
            <a:xfrm>
              <a:off x="10305288" y="1115568"/>
              <a:ext cx="126187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333" b="1" dirty="0">
                  <a:solidFill>
                    <a:srgbClr val="FF6B35"/>
                  </a:solidFill>
                </a:rPr>
                <a:t>261 hrs</a:t>
              </a:r>
              <a:endParaRPr lang="en-US" sz="1333" dirty="0"/>
            </a:p>
          </p:txBody>
        </p:sp>
        <p:sp>
          <p:nvSpPr>
            <p:cNvPr id="210" name="Shape 42">
              <a:extLst>
                <a:ext uri="{FF2B5EF4-FFF2-40B4-BE49-F238E27FC236}">
                  <a16:creationId xmlns:a16="http://schemas.microsoft.com/office/drawing/2014/main" id="{874FE9DF-6583-1F84-A431-27D9CB96DB50}"/>
                </a:ext>
              </a:extLst>
            </p:cNvPr>
            <p:cNvSpPr/>
            <p:nvPr/>
          </p:nvSpPr>
          <p:spPr>
            <a:xfrm>
              <a:off x="8933688" y="1426464"/>
              <a:ext cx="54864" cy="164592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211" name="Text 43">
              <a:extLst>
                <a:ext uri="{FF2B5EF4-FFF2-40B4-BE49-F238E27FC236}">
                  <a16:creationId xmlns:a16="http://schemas.microsoft.com/office/drawing/2014/main" id="{39FE319C-4357-8139-B8D7-5B167F7D800D}"/>
                </a:ext>
              </a:extLst>
            </p:cNvPr>
            <p:cNvSpPr/>
            <p:nvPr/>
          </p:nvSpPr>
          <p:spPr>
            <a:xfrm>
              <a:off x="9025128" y="1389888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dirty="0">
                  <a:solidFill>
                    <a:srgbClr val="C8D8E8"/>
                  </a:solidFill>
                </a:rPr>
                <a:t>No Operator</a:t>
              </a:r>
              <a:endParaRPr lang="en-US" sz="1133" dirty="0"/>
            </a:p>
          </p:txBody>
        </p:sp>
        <p:sp>
          <p:nvSpPr>
            <p:cNvPr id="212" name="Text 44">
              <a:extLst>
                <a:ext uri="{FF2B5EF4-FFF2-40B4-BE49-F238E27FC236}">
                  <a16:creationId xmlns:a16="http://schemas.microsoft.com/office/drawing/2014/main" id="{87499A9A-6CBD-8AF9-0823-6E023331EED7}"/>
                </a:ext>
              </a:extLst>
            </p:cNvPr>
            <p:cNvSpPr/>
            <p:nvPr/>
          </p:nvSpPr>
          <p:spPr>
            <a:xfrm>
              <a:off x="10853928" y="1389888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133" b="1" dirty="0">
                  <a:solidFill>
                    <a:srgbClr val="FF6B6B"/>
                  </a:solidFill>
                </a:rPr>
                <a:t>165h</a:t>
              </a:r>
              <a:endParaRPr lang="en-US" sz="1133" dirty="0"/>
            </a:p>
          </p:txBody>
        </p:sp>
        <p:sp>
          <p:nvSpPr>
            <p:cNvPr id="213" name="Shape 45">
              <a:extLst>
                <a:ext uri="{FF2B5EF4-FFF2-40B4-BE49-F238E27FC236}">
                  <a16:creationId xmlns:a16="http://schemas.microsoft.com/office/drawing/2014/main" id="{3E95FD6A-C496-5029-65FB-9B1689DF34B8}"/>
                </a:ext>
              </a:extLst>
            </p:cNvPr>
            <p:cNvSpPr/>
            <p:nvPr/>
          </p:nvSpPr>
          <p:spPr>
            <a:xfrm>
              <a:off x="8933688" y="1719072"/>
              <a:ext cx="54864" cy="164592"/>
            </a:xfrm>
            <a:prstGeom prst="rect">
              <a:avLst/>
            </a:prstGeom>
            <a:solidFill>
              <a:srgbClr val="7B2FBE"/>
            </a:solidFill>
            <a:ln w="12700">
              <a:solidFill>
                <a:srgbClr val="7B2FBE"/>
              </a:solidFill>
              <a:prstDash val="solid"/>
            </a:ln>
          </p:spPr>
        </p:sp>
        <p:sp>
          <p:nvSpPr>
            <p:cNvPr id="214" name="Text 46">
              <a:extLst>
                <a:ext uri="{FF2B5EF4-FFF2-40B4-BE49-F238E27FC236}">
                  <a16:creationId xmlns:a16="http://schemas.microsoft.com/office/drawing/2014/main" id="{1BC2BBE4-9C56-74D3-5B9E-1EEB2C5030E3}"/>
                </a:ext>
              </a:extLst>
            </p:cNvPr>
            <p:cNvSpPr/>
            <p:nvPr/>
          </p:nvSpPr>
          <p:spPr>
            <a:xfrm>
              <a:off x="9025128" y="1682496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dirty="0">
                  <a:solidFill>
                    <a:srgbClr val="C8D8E8"/>
                  </a:solidFill>
                </a:rPr>
                <a:t>Not In Plan</a:t>
              </a:r>
              <a:endParaRPr lang="en-US" sz="1133" dirty="0"/>
            </a:p>
          </p:txBody>
        </p:sp>
        <p:sp>
          <p:nvSpPr>
            <p:cNvPr id="215" name="Text 47">
              <a:extLst>
                <a:ext uri="{FF2B5EF4-FFF2-40B4-BE49-F238E27FC236}">
                  <a16:creationId xmlns:a16="http://schemas.microsoft.com/office/drawing/2014/main" id="{3863C0BB-3EA3-B0ED-2270-EF55067AB711}"/>
                </a:ext>
              </a:extLst>
            </p:cNvPr>
            <p:cNvSpPr/>
            <p:nvPr/>
          </p:nvSpPr>
          <p:spPr>
            <a:xfrm>
              <a:off x="10853928" y="1682496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133" b="1" dirty="0">
                  <a:solidFill>
                    <a:srgbClr val="FF6B6B"/>
                  </a:solidFill>
                </a:rPr>
                <a:t>40h</a:t>
              </a:r>
              <a:endParaRPr lang="en-US" sz="1133" dirty="0"/>
            </a:p>
          </p:txBody>
        </p:sp>
        <p:sp>
          <p:nvSpPr>
            <p:cNvPr id="216" name="Shape 48">
              <a:extLst>
                <a:ext uri="{FF2B5EF4-FFF2-40B4-BE49-F238E27FC236}">
                  <a16:creationId xmlns:a16="http://schemas.microsoft.com/office/drawing/2014/main" id="{74183F45-15FD-F395-C47A-3AACC0DADA20}"/>
                </a:ext>
              </a:extLst>
            </p:cNvPr>
            <p:cNvSpPr/>
            <p:nvPr/>
          </p:nvSpPr>
          <p:spPr>
            <a:xfrm>
              <a:off x="8842248" y="2157984"/>
              <a:ext cx="2816352" cy="274320"/>
            </a:xfrm>
            <a:prstGeom prst="rect">
              <a:avLst/>
            </a:prstGeom>
            <a:solidFill>
              <a:srgbClr val="162030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217" name="Shape 49">
              <a:extLst>
                <a:ext uri="{FF2B5EF4-FFF2-40B4-BE49-F238E27FC236}">
                  <a16:creationId xmlns:a16="http://schemas.microsoft.com/office/drawing/2014/main" id="{7E96D541-09E1-7044-9CE8-13F4F58258E5}"/>
                </a:ext>
              </a:extLst>
            </p:cNvPr>
            <p:cNvSpPr/>
            <p:nvPr/>
          </p:nvSpPr>
          <p:spPr>
            <a:xfrm>
              <a:off x="8842248" y="2157984"/>
              <a:ext cx="1548994" cy="45720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218" name="Text 50">
              <a:extLst>
                <a:ext uri="{FF2B5EF4-FFF2-40B4-BE49-F238E27FC236}">
                  <a16:creationId xmlns:a16="http://schemas.microsoft.com/office/drawing/2014/main" id="{1F775E29-4AAE-33D4-40D7-CF7CA1CDDA0C}"/>
                </a:ext>
              </a:extLst>
            </p:cNvPr>
            <p:cNvSpPr/>
            <p:nvPr/>
          </p:nvSpPr>
          <p:spPr>
            <a:xfrm>
              <a:off x="8915400" y="2176272"/>
              <a:ext cx="267004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33" i="1" dirty="0">
                  <a:solidFill>
                    <a:srgbClr val="8AABB8"/>
                  </a:solidFill>
                </a:rPr>
                <a:t>Top: 63% from "No Operator"</a:t>
              </a:r>
              <a:endParaRPr lang="en-US" sz="933" dirty="0"/>
            </a:p>
          </p:txBody>
        </p:sp>
        <p:sp>
          <p:nvSpPr>
            <p:cNvPr id="219" name="Shape 51">
              <a:extLst>
                <a:ext uri="{FF2B5EF4-FFF2-40B4-BE49-F238E27FC236}">
                  <a16:creationId xmlns:a16="http://schemas.microsoft.com/office/drawing/2014/main" id="{F5F4A4BF-D81C-4513-16FA-F3F817DD47EC}"/>
                </a:ext>
              </a:extLst>
            </p:cNvPr>
            <p:cNvSpPr/>
            <p:nvPr/>
          </p:nvSpPr>
          <p:spPr>
            <a:xfrm>
              <a:off x="201168" y="2505456"/>
              <a:ext cx="2816352" cy="1353312"/>
            </a:xfrm>
            <a:prstGeom prst="rect">
              <a:avLst/>
            </a:prstGeom>
            <a:solidFill>
              <a:srgbClr val="1E2A38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220" name="Text 52">
              <a:extLst>
                <a:ext uri="{FF2B5EF4-FFF2-40B4-BE49-F238E27FC236}">
                  <a16:creationId xmlns:a16="http://schemas.microsoft.com/office/drawing/2014/main" id="{FDB9CD64-80CA-3512-840F-B251FD37F518}"/>
                </a:ext>
              </a:extLst>
            </p:cNvPr>
            <p:cNvSpPr/>
            <p:nvPr/>
          </p:nvSpPr>
          <p:spPr>
            <a:xfrm>
              <a:off x="292608" y="2542032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33" b="1" dirty="0">
                  <a:solidFill>
                    <a:srgbClr val="FFFFFF"/>
                  </a:solidFill>
                </a:rPr>
                <a:t>IG.12</a:t>
              </a:r>
              <a:endParaRPr lang="en-US" sz="1333" dirty="0"/>
            </a:p>
          </p:txBody>
        </p:sp>
        <p:sp>
          <p:nvSpPr>
            <p:cNvPr id="221" name="Text 53">
              <a:extLst>
                <a:ext uri="{FF2B5EF4-FFF2-40B4-BE49-F238E27FC236}">
                  <a16:creationId xmlns:a16="http://schemas.microsoft.com/office/drawing/2014/main" id="{B410A047-1EDC-9B0F-673F-C57B12745887}"/>
                </a:ext>
              </a:extLst>
            </p:cNvPr>
            <p:cNvSpPr/>
            <p:nvPr/>
          </p:nvSpPr>
          <p:spPr>
            <a:xfrm>
              <a:off x="1664208" y="2542032"/>
              <a:ext cx="126187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333" b="1" dirty="0">
                  <a:solidFill>
                    <a:srgbClr val="FD4513"/>
                  </a:solidFill>
                </a:rPr>
                <a:t>261 hrs</a:t>
              </a:r>
              <a:endParaRPr lang="en-US" sz="1333" dirty="0">
                <a:solidFill>
                  <a:srgbClr val="FD4513"/>
                </a:solidFill>
              </a:endParaRPr>
            </a:p>
          </p:txBody>
        </p:sp>
        <p:sp>
          <p:nvSpPr>
            <p:cNvPr id="222" name="Shape 54">
              <a:extLst>
                <a:ext uri="{FF2B5EF4-FFF2-40B4-BE49-F238E27FC236}">
                  <a16:creationId xmlns:a16="http://schemas.microsoft.com/office/drawing/2014/main" id="{47916516-45D7-B1A2-A6C3-ED9813CCC8C9}"/>
                </a:ext>
              </a:extLst>
            </p:cNvPr>
            <p:cNvSpPr/>
            <p:nvPr/>
          </p:nvSpPr>
          <p:spPr>
            <a:xfrm>
              <a:off x="292608" y="2852928"/>
              <a:ext cx="54864" cy="164592"/>
            </a:xfrm>
            <a:prstGeom prst="rect">
              <a:avLst/>
            </a:prstGeom>
            <a:solidFill>
              <a:srgbClr val="7B2FBE"/>
            </a:solidFill>
            <a:ln w="12700">
              <a:solidFill>
                <a:srgbClr val="7B2FBE"/>
              </a:solidFill>
              <a:prstDash val="solid"/>
            </a:ln>
          </p:spPr>
        </p:sp>
        <p:sp>
          <p:nvSpPr>
            <p:cNvPr id="223" name="Text 55">
              <a:extLst>
                <a:ext uri="{FF2B5EF4-FFF2-40B4-BE49-F238E27FC236}">
                  <a16:creationId xmlns:a16="http://schemas.microsoft.com/office/drawing/2014/main" id="{E6BA85D3-B5F9-9C0A-AF14-EE58C89D11C4}"/>
                </a:ext>
              </a:extLst>
            </p:cNvPr>
            <p:cNvSpPr/>
            <p:nvPr/>
          </p:nvSpPr>
          <p:spPr>
            <a:xfrm>
              <a:off x="384048" y="2816352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dirty="0">
                  <a:solidFill>
                    <a:srgbClr val="C8D8E8"/>
                  </a:solidFill>
                </a:rPr>
                <a:t>Not In Plan</a:t>
              </a:r>
              <a:endParaRPr lang="en-US" sz="1133" dirty="0"/>
            </a:p>
          </p:txBody>
        </p:sp>
        <p:sp>
          <p:nvSpPr>
            <p:cNvPr id="224" name="Text 56">
              <a:extLst>
                <a:ext uri="{FF2B5EF4-FFF2-40B4-BE49-F238E27FC236}">
                  <a16:creationId xmlns:a16="http://schemas.microsoft.com/office/drawing/2014/main" id="{5609B0F2-C0C3-2D9B-1863-49116658CADE}"/>
                </a:ext>
              </a:extLst>
            </p:cNvPr>
            <p:cNvSpPr/>
            <p:nvPr/>
          </p:nvSpPr>
          <p:spPr>
            <a:xfrm>
              <a:off x="2212848" y="2816352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133" b="1" dirty="0">
                  <a:solidFill>
                    <a:srgbClr val="FF6B6B"/>
                  </a:solidFill>
                </a:rPr>
                <a:t>144h</a:t>
              </a:r>
              <a:endParaRPr lang="en-US" sz="1133" dirty="0"/>
            </a:p>
          </p:txBody>
        </p:sp>
        <p:sp>
          <p:nvSpPr>
            <p:cNvPr id="225" name="Shape 57">
              <a:extLst>
                <a:ext uri="{FF2B5EF4-FFF2-40B4-BE49-F238E27FC236}">
                  <a16:creationId xmlns:a16="http://schemas.microsoft.com/office/drawing/2014/main" id="{4E8A66F5-223D-A63E-AF6F-0C83E59811C9}"/>
                </a:ext>
              </a:extLst>
            </p:cNvPr>
            <p:cNvSpPr/>
            <p:nvPr/>
          </p:nvSpPr>
          <p:spPr>
            <a:xfrm>
              <a:off x="292608" y="3145536"/>
              <a:ext cx="54864" cy="164592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226" name="Text 58">
              <a:extLst>
                <a:ext uri="{FF2B5EF4-FFF2-40B4-BE49-F238E27FC236}">
                  <a16:creationId xmlns:a16="http://schemas.microsoft.com/office/drawing/2014/main" id="{E3A02CE2-1ECA-1382-D48E-3C3CB148D558}"/>
                </a:ext>
              </a:extLst>
            </p:cNvPr>
            <p:cNvSpPr/>
            <p:nvPr/>
          </p:nvSpPr>
          <p:spPr>
            <a:xfrm>
              <a:off x="384048" y="3108960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dirty="0">
                  <a:solidFill>
                    <a:srgbClr val="C8D8E8"/>
                  </a:solidFill>
                </a:rPr>
                <a:t>No Operator</a:t>
              </a:r>
              <a:endParaRPr lang="en-US" sz="1133" dirty="0"/>
            </a:p>
          </p:txBody>
        </p:sp>
        <p:sp>
          <p:nvSpPr>
            <p:cNvPr id="227" name="Text 59">
              <a:extLst>
                <a:ext uri="{FF2B5EF4-FFF2-40B4-BE49-F238E27FC236}">
                  <a16:creationId xmlns:a16="http://schemas.microsoft.com/office/drawing/2014/main" id="{DC1C7A45-A799-5D50-5564-87D1F950BEED}"/>
                </a:ext>
              </a:extLst>
            </p:cNvPr>
            <p:cNvSpPr/>
            <p:nvPr/>
          </p:nvSpPr>
          <p:spPr>
            <a:xfrm>
              <a:off x="2212848" y="3108960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133" b="1" dirty="0">
                  <a:solidFill>
                    <a:srgbClr val="FF6B6B"/>
                  </a:solidFill>
                </a:rPr>
                <a:t>66h</a:t>
              </a:r>
              <a:endParaRPr lang="en-US" sz="1133" dirty="0"/>
            </a:p>
          </p:txBody>
        </p:sp>
        <p:sp>
          <p:nvSpPr>
            <p:cNvPr id="228" name="Shape 60">
              <a:extLst>
                <a:ext uri="{FF2B5EF4-FFF2-40B4-BE49-F238E27FC236}">
                  <a16:creationId xmlns:a16="http://schemas.microsoft.com/office/drawing/2014/main" id="{F552F486-E86D-349D-0E61-06CB5CE8E559}"/>
                </a:ext>
              </a:extLst>
            </p:cNvPr>
            <p:cNvSpPr/>
            <p:nvPr/>
          </p:nvSpPr>
          <p:spPr>
            <a:xfrm>
              <a:off x="201168" y="3584448"/>
              <a:ext cx="2816352" cy="274320"/>
            </a:xfrm>
            <a:prstGeom prst="rect">
              <a:avLst/>
            </a:prstGeom>
            <a:solidFill>
              <a:srgbClr val="162030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229" name="Shape 61">
              <a:extLst>
                <a:ext uri="{FF2B5EF4-FFF2-40B4-BE49-F238E27FC236}">
                  <a16:creationId xmlns:a16="http://schemas.microsoft.com/office/drawing/2014/main" id="{B0865BF5-EC59-F810-FEE0-E4E108AD1427}"/>
                </a:ext>
              </a:extLst>
            </p:cNvPr>
            <p:cNvSpPr/>
            <p:nvPr/>
          </p:nvSpPr>
          <p:spPr>
            <a:xfrm>
              <a:off x="201168" y="3584448"/>
              <a:ext cx="1548994" cy="45720"/>
            </a:xfrm>
            <a:prstGeom prst="rect">
              <a:avLst/>
            </a:prstGeom>
            <a:solidFill>
              <a:srgbClr val="7B2FBE"/>
            </a:solidFill>
            <a:ln w="12700">
              <a:solidFill>
                <a:srgbClr val="7B2FBE"/>
              </a:solidFill>
              <a:prstDash val="solid"/>
            </a:ln>
          </p:spPr>
        </p:sp>
        <p:sp>
          <p:nvSpPr>
            <p:cNvPr id="230" name="Text 62">
              <a:extLst>
                <a:ext uri="{FF2B5EF4-FFF2-40B4-BE49-F238E27FC236}">
                  <a16:creationId xmlns:a16="http://schemas.microsoft.com/office/drawing/2014/main" id="{6018147F-E2E6-E948-E6ED-87577FC3D6A6}"/>
                </a:ext>
              </a:extLst>
            </p:cNvPr>
            <p:cNvSpPr/>
            <p:nvPr/>
          </p:nvSpPr>
          <p:spPr>
            <a:xfrm>
              <a:off x="274320" y="3602736"/>
              <a:ext cx="267004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33" i="1" dirty="0">
                  <a:solidFill>
                    <a:srgbClr val="8AABB8"/>
                  </a:solidFill>
                </a:rPr>
                <a:t>Top: 55% from "Not In Plan"</a:t>
              </a:r>
              <a:endParaRPr lang="en-US" sz="933" dirty="0"/>
            </a:p>
          </p:txBody>
        </p:sp>
        <p:sp>
          <p:nvSpPr>
            <p:cNvPr id="231" name="Shape 63">
              <a:extLst>
                <a:ext uri="{FF2B5EF4-FFF2-40B4-BE49-F238E27FC236}">
                  <a16:creationId xmlns:a16="http://schemas.microsoft.com/office/drawing/2014/main" id="{05C43226-2542-46C4-6785-2C87D92F60E7}"/>
                </a:ext>
              </a:extLst>
            </p:cNvPr>
            <p:cNvSpPr/>
            <p:nvPr/>
          </p:nvSpPr>
          <p:spPr>
            <a:xfrm>
              <a:off x="3081528" y="2505456"/>
              <a:ext cx="2816352" cy="1353312"/>
            </a:xfrm>
            <a:prstGeom prst="rect">
              <a:avLst/>
            </a:prstGeom>
            <a:solidFill>
              <a:srgbClr val="1E2A38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232" name="Text 64">
              <a:extLst>
                <a:ext uri="{FF2B5EF4-FFF2-40B4-BE49-F238E27FC236}">
                  <a16:creationId xmlns:a16="http://schemas.microsoft.com/office/drawing/2014/main" id="{B7C2F3E6-B6B6-7EC2-7026-2E79E68FEDAA}"/>
                </a:ext>
              </a:extLst>
            </p:cNvPr>
            <p:cNvSpPr/>
            <p:nvPr/>
          </p:nvSpPr>
          <p:spPr>
            <a:xfrm>
              <a:off x="3172968" y="2542032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33" b="1" dirty="0">
                  <a:solidFill>
                    <a:srgbClr val="FFFFFF"/>
                  </a:solidFill>
                </a:rPr>
                <a:t>IG.13</a:t>
              </a:r>
              <a:endParaRPr lang="en-US" sz="1333" dirty="0"/>
            </a:p>
          </p:txBody>
        </p:sp>
        <p:sp>
          <p:nvSpPr>
            <p:cNvPr id="233" name="Text 65">
              <a:extLst>
                <a:ext uri="{FF2B5EF4-FFF2-40B4-BE49-F238E27FC236}">
                  <a16:creationId xmlns:a16="http://schemas.microsoft.com/office/drawing/2014/main" id="{6B30325E-9C0F-42C1-1594-0F26B0185125}"/>
                </a:ext>
              </a:extLst>
            </p:cNvPr>
            <p:cNvSpPr/>
            <p:nvPr/>
          </p:nvSpPr>
          <p:spPr>
            <a:xfrm>
              <a:off x="4544568" y="2542032"/>
              <a:ext cx="126187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333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192 hrs</a:t>
              </a:r>
              <a:endParaRPr lang="en-US" sz="1333" dirty="0"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34" name="Shape 66">
              <a:extLst>
                <a:ext uri="{FF2B5EF4-FFF2-40B4-BE49-F238E27FC236}">
                  <a16:creationId xmlns:a16="http://schemas.microsoft.com/office/drawing/2014/main" id="{3ED9A396-529E-3116-81E2-9A9CB0CC9932}"/>
                </a:ext>
              </a:extLst>
            </p:cNvPr>
            <p:cNvSpPr/>
            <p:nvPr/>
          </p:nvSpPr>
          <p:spPr>
            <a:xfrm>
              <a:off x="3172968" y="2852928"/>
              <a:ext cx="54864" cy="164592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235" name="Text 67">
              <a:extLst>
                <a:ext uri="{FF2B5EF4-FFF2-40B4-BE49-F238E27FC236}">
                  <a16:creationId xmlns:a16="http://schemas.microsoft.com/office/drawing/2014/main" id="{C28D9767-0596-0E73-D651-969D5C5F90CB}"/>
                </a:ext>
              </a:extLst>
            </p:cNvPr>
            <p:cNvSpPr/>
            <p:nvPr/>
          </p:nvSpPr>
          <p:spPr>
            <a:xfrm>
              <a:off x="3264408" y="2816352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dirty="0">
                  <a:solidFill>
                    <a:srgbClr val="C8D8E8"/>
                  </a:solidFill>
                </a:rPr>
                <a:t>No Operator</a:t>
              </a:r>
              <a:endParaRPr lang="en-US" sz="1133" dirty="0"/>
            </a:p>
          </p:txBody>
        </p:sp>
        <p:sp>
          <p:nvSpPr>
            <p:cNvPr id="236" name="Text 68">
              <a:extLst>
                <a:ext uri="{FF2B5EF4-FFF2-40B4-BE49-F238E27FC236}">
                  <a16:creationId xmlns:a16="http://schemas.microsoft.com/office/drawing/2014/main" id="{87617F44-D480-1167-565E-308C36602161}"/>
                </a:ext>
              </a:extLst>
            </p:cNvPr>
            <p:cNvSpPr/>
            <p:nvPr/>
          </p:nvSpPr>
          <p:spPr>
            <a:xfrm>
              <a:off x="5093208" y="2816352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133" b="1" dirty="0">
                  <a:solidFill>
                    <a:srgbClr val="FF6B6B"/>
                  </a:solidFill>
                </a:rPr>
                <a:t>96h</a:t>
              </a:r>
              <a:endParaRPr lang="en-US" sz="1133" dirty="0"/>
            </a:p>
          </p:txBody>
        </p:sp>
        <p:sp>
          <p:nvSpPr>
            <p:cNvPr id="237" name="Shape 69">
              <a:extLst>
                <a:ext uri="{FF2B5EF4-FFF2-40B4-BE49-F238E27FC236}">
                  <a16:creationId xmlns:a16="http://schemas.microsoft.com/office/drawing/2014/main" id="{2FD36198-3D86-7BE5-5D3B-AD8572353638}"/>
                </a:ext>
              </a:extLst>
            </p:cNvPr>
            <p:cNvSpPr/>
            <p:nvPr/>
          </p:nvSpPr>
          <p:spPr>
            <a:xfrm>
              <a:off x="3172968" y="3145536"/>
              <a:ext cx="54864" cy="164592"/>
            </a:xfrm>
            <a:prstGeom prst="rect">
              <a:avLst/>
            </a:prstGeom>
            <a:solidFill>
              <a:srgbClr val="26C6DA"/>
            </a:solidFill>
            <a:ln w="12700">
              <a:solidFill>
                <a:srgbClr val="26C6DA"/>
              </a:solidFill>
              <a:prstDash val="solid"/>
            </a:ln>
          </p:spPr>
        </p:sp>
        <p:sp>
          <p:nvSpPr>
            <p:cNvPr id="238" name="Text 70">
              <a:extLst>
                <a:ext uri="{FF2B5EF4-FFF2-40B4-BE49-F238E27FC236}">
                  <a16:creationId xmlns:a16="http://schemas.microsoft.com/office/drawing/2014/main" id="{3B4AAF9C-668C-9DEF-4A23-ADA1FA361CC6}"/>
                </a:ext>
              </a:extLst>
            </p:cNvPr>
            <p:cNvSpPr/>
            <p:nvPr/>
          </p:nvSpPr>
          <p:spPr>
            <a:xfrm>
              <a:off x="3264408" y="3108960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dirty="0">
                  <a:solidFill>
                    <a:srgbClr val="C8D8E8"/>
                  </a:solidFill>
                </a:rPr>
                <a:t>New Setting</a:t>
              </a:r>
              <a:endParaRPr lang="en-US" sz="1133" dirty="0"/>
            </a:p>
          </p:txBody>
        </p:sp>
        <p:sp>
          <p:nvSpPr>
            <p:cNvPr id="239" name="Text 71">
              <a:extLst>
                <a:ext uri="{FF2B5EF4-FFF2-40B4-BE49-F238E27FC236}">
                  <a16:creationId xmlns:a16="http://schemas.microsoft.com/office/drawing/2014/main" id="{215F4AC5-3D3B-9FFA-1443-508D6F8E41D2}"/>
                </a:ext>
              </a:extLst>
            </p:cNvPr>
            <p:cNvSpPr/>
            <p:nvPr/>
          </p:nvSpPr>
          <p:spPr>
            <a:xfrm>
              <a:off x="5093208" y="3108960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133" b="1" dirty="0">
                  <a:solidFill>
                    <a:srgbClr val="FF6B6B"/>
                  </a:solidFill>
                </a:rPr>
                <a:t>26h</a:t>
              </a:r>
              <a:endParaRPr lang="en-US" sz="1133" dirty="0"/>
            </a:p>
          </p:txBody>
        </p:sp>
        <p:sp>
          <p:nvSpPr>
            <p:cNvPr id="240" name="Shape 72">
              <a:extLst>
                <a:ext uri="{FF2B5EF4-FFF2-40B4-BE49-F238E27FC236}">
                  <a16:creationId xmlns:a16="http://schemas.microsoft.com/office/drawing/2014/main" id="{02A890BA-21BC-1D87-9E03-45E0D4C1DF49}"/>
                </a:ext>
              </a:extLst>
            </p:cNvPr>
            <p:cNvSpPr/>
            <p:nvPr/>
          </p:nvSpPr>
          <p:spPr>
            <a:xfrm>
              <a:off x="3081528" y="3584448"/>
              <a:ext cx="2816352" cy="274320"/>
            </a:xfrm>
            <a:prstGeom prst="rect">
              <a:avLst/>
            </a:prstGeom>
            <a:solidFill>
              <a:srgbClr val="162030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241" name="Shape 73">
              <a:extLst>
                <a:ext uri="{FF2B5EF4-FFF2-40B4-BE49-F238E27FC236}">
                  <a16:creationId xmlns:a16="http://schemas.microsoft.com/office/drawing/2014/main" id="{A421CF26-354D-24D0-175E-C59B97DE98F9}"/>
                </a:ext>
              </a:extLst>
            </p:cNvPr>
            <p:cNvSpPr/>
            <p:nvPr/>
          </p:nvSpPr>
          <p:spPr>
            <a:xfrm>
              <a:off x="3081528" y="3584448"/>
              <a:ext cx="1548994" cy="45720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242" name="Text 74">
              <a:extLst>
                <a:ext uri="{FF2B5EF4-FFF2-40B4-BE49-F238E27FC236}">
                  <a16:creationId xmlns:a16="http://schemas.microsoft.com/office/drawing/2014/main" id="{229BCCB2-61A1-299F-378F-F4BC97C19CBA}"/>
                </a:ext>
              </a:extLst>
            </p:cNvPr>
            <p:cNvSpPr/>
            <p:nvPr/>
          </p:nvSpPr>
          <p:spPr>
            <a:xfrm>
              <a:off x="3154680" y="3602736"/>
              <a:ext cx="267004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33" i="1" dirty="0">
                  <a:solidFill>
                    <a:srgbClr val="8AABB8"/>
                  </a:solidFill>
                </a:rPr>
                <a:t>Top: 50% from "No Operator"</a:t>
              </a:r>
              <a:endParaRPr lang="en-US" sz="933" dirty="0"/>
            </a:p>
          </p:txBody>
        </p:sp>
        <p:sp>
          <p:nvSpPr>
            <p:cNvPr id="243" name="Shape 75">
              <a:extLst>
                <a:ext uri="{FF2B5EF4-FFF2-40B4-BE49-F238E27FC236}">
                  <a16:creationId xmlns:a16="http://schemas.microsoft.com/office/drawing/2014/main" id="{E6FA5EF5-0517-7956-B9D0-DB04897485A6}"/>
                </a:ext>
              </a:extLst>
            </p:cNvPr>
            <p:cNvSpPr/>
            <p:nvPr/>
          </p:nvSpPr>
          <p:spPr>
            <a:xfrm>
              <a:off x="5961888" y="2505456"/>
              <a:ext cx="2816352" cy="1353312"/>
            </a:xfrm>
            <a:prstGeom prst="rect">
              <a:avLst/>
            </a:prstGeom>
            <a:solidFill>
              <a:srgbClr val="1E2A38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244" name="Text 76">
              <a:extLst>
                <a:ext uri="{FF2B5EF4-FFF2-40B4-BE49-F238E27FC236}">
                  <a16:creationId xmlns:a16="http://schemas.microsoft.com/office/drawing/2014/main" id="{062AE9E1-90A9-C168-4E27-722F569C60F7}"/>
                </a:ext>
              </a:extLst>
            </p:cNvPr>
            <p:cNvSpPr/>
            <p:nvPr/>
          </p:nvSpPr>
          <p:spPr>
            <a:xfrm>
              <a:off x="6053328" y="2542032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33" b="1" dirty="0">
                  <a:solidFill>
                    <a:srgbClr val="FFFFFF"/>
                  </a:solidFill>
                </a:rPr>
                <a:t>IG.18</a:t>
              </a:r>
              <a:endParaRPr lang="en-US" sz="1333" dirty="0"/>
            </a:p>
          </p:txBody>
        </p:sp>
        <p:sp>
          <p:nvSpPr>
            <p:cNvPr id="245" name="Text 77">
              <a:extLst>
                <a:ext uri="{FF2B5EF4-FFF2-40B4-BE49-F238E27FC236}">
                  <a16:creationId xmlns:a16="http://schemas.microsoft.com/office/drawing/2014/main" id="{E84389EA-CF47-D0DB-2BB0-49F47EEC6B57}"/>
                </a:ext>
              </a:extLst>
            </p:cNvPr>
            <p:cNvSpPr/>
            <p:nvPr/>
          </p:nvSpPr>
          <p:spPr>
            <a:xfrm>
              <a:off x="7424928" y="2542032"/>
              <a:ext cx="126187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333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180 hrs</a:t>
              </a:r>
              <a:endParaRPr lang="en-US" sz="1333" dirty="0"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46" name="Shape 78">
              <a:extLst>
                <a:ext uri="{FF2B5EF4-FFF2-40B4-BE49-F238E27FC236}">
                  <a16:creationId xmlns:a16="http://schemas.microsoft.com/office/drawing/2014/main" id="{89FFCFED-34DC-8B19-FA6E-4F84E8CB3925}"/>
                </a:ext>
              </a:extLst>
            </p:cNvPr>
            <p:cNvSpPr/>
            <p:nvPr/>
          </p:nvSpPr>
          <p:spPr>
            <a:xfrm>
              <a:off x="6053328" y="2852928"/>
              <a:ext cx="54864" cy="164592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247" name="Text 79">
              <a:extLst>
                <a:ext uri="{FF2B5EF4-FFF2-40B4-BE49-F238E27FC236}">
                  <a16:creationId xmlns:a16="http://schemas.microsoft.com/office/drawing/2014/main" id="{5853F4F1-410D-B6E6-A749-B3EEF807AB59}"/>
                </a:ext>
              </a:extLst>
            </p:cNvPr>
            <p:cNvSpPr/>
            <p:nvPr/>
          </p:nvSpPr>
          <p:spPr>
            <a:xfrm>
              <a:off x="6144768" y="2816352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dirty="0">
                  <a:solidFill>
                    <a:srgbClr val="C8D8E8"/>
                  </a:solidFill>
                </a:rPr>
                <a:t>No Operator</a:t>
              </a:r>
              <a:endParaRPr lang="en-US" sz="1133" dirty="0"/>
            </a:p>
          </p:txBody>
        </p:sp>
        <p:sp>
          <p:nvSpPr>
            <p:cNvPr id="248" name="Text 80">
              <a:extLst>
                <a:ext uri="{FF2B5EF4-FFF2-40B4-BE49-F238E27FC236}">
                  <a16:creationId xmlns:a16="http://schemas.microsoft.com/office/drawing/2014/main" id="{67F0DE43-04C3-BACA-CE81-8941BCF8510C}"/>
                </a:ext>
              </a:extLst>
            </p:cNvPr>
            <p:cNvSpPr/>
            <p:nvPr/>
          </p:nvSpPr>
          <p:spPr>
            <a:xfrm>
              <a:off x="7973568" y="2816352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133" b="1" dirty="0">
                  <a:solidFill>
                    <a:srgbClr val="FF6B6B"/>
                  </a:solidFill>
                </a:rPr>
                <a:t>124h</a:t>
              </a:r>
              <a:endParaRPr lang="en-US" sz="1133" dirty="0"/>
            </a:p>
          </p:txBody>
        </p:sp>
        <p:sp>
          <p:nvSpPr>
            <p:cNvPr id="249" name="Shape 81">
              <a:extLst>
                <a:ext uri="{FF2B5EF4-FFF2-40B4-BE49-F238E27FC236}">
                  <a16:creationId xmlns:a16="http://schemas.microsoft.com/office/drawing/2014/main" id="{2BE65360-F5AE-75A1-7CCC-189D2F87CDE6}"/>
                </a:ext>
              </a:extLst>
            </p:cNvPr>
            <p:cNvSpPr/>
            <p:nvPr/>
          </p:nvSpPr>
          <p:spPr>
            <a:xfrm>
              <a:off x="6053328" y="3145536"/>
              <a:ext cx="54864" cy="164592"/>
            </a:xfrm>
            <a:prstGeom prst="rect">
              <a:avLst/>
            </a:prstGeom>
            <a:solidFill>
              <a:srgbClr val="26C6DA"/>
            </a:solidFill>
            <a:ln w="12700">
              <a:solidFill>
                <a:srgbClr val="26C6DA"/>
              </a:solidFill>
              <a:prstDash val="solid"/>
            </a:ln>
          </p:spPr>
        </p:sp>
        <p:sp>
          <p:nvSpPr>
            <p:cNvPr id="250" name="Text 82">
              <a:extLst>
                <a:ext uri="{FF2B5EF4-FFF2-40B4-BE49-F238E27FC236}">
                  <a16:creationId xmlns:a16="http://schemas.microsoft.com/office/drawing/2014/main" id="{C10E5C02-634D-9413-5907-FAA00B7D19E0}"/>
                </a:ext>
              </a:extLst>
            </p:cNvPr>
            <p:cNvSpPr/>
            <p:nvPr/>
          </p:nvSpPr>
          <p:spPr>
            <a:xfrm>
              <a:off x="6144768" y="3108960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dirty="0">
                  <a:solidFill>
                    <a:srgbClr val="C8D8E8"/>
                  </a:solidFill>
                </a:rPr>
                <a:t>New Setting</a:t>
              </a:r>
              <a:endParaRPr lang="en-US" sz="1133" dirty="0"/>
            </a:p>
          </p:txBody>
        </p:sp>
        <p:sp>
          <p:nvSpPr>
            <p:cNvPr id="251" name="Text 83">
              <a:extLst>
                <a:ext uri="{FF2B5EF4-FFF2-40B4-BE49-F238E27FC236}">
                  <a16:creationId xmlns:a16="http://schemas.microsoft.com/office/drawing/2014/main" id="{86A6CD6B-0456-A1A0-37F6-2625FCFD00B1}"/>
                </a:ext>
              </a:extLst>
            </p:cNvPr>
            <p:cNvSpPr/>
            <p:nvPr/>
          </p:nvSpPr>
          <p:spPr>
            <a:xfrm>
              <a:off x="7973568" y="3108960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133" b="1" dirty="0">
                  <a:solidFill>
                    <a:srgbClr val="FF6B6B"/>
                  </a:solidFill>
                </a:rPr>
                <a:t>14h</a:t>
              </a:r>
              <a:endParaRPr lang="en-US" sz="1133" dirty="0"/>
            </a:p>
          </p:txBody>
        </p:sp>
        <p:sp>
          <p:nvSpPr>
            <p:cNvPr id="252" name="Shape 84">
              <a:extLst>
                <a:ext uri="{FF2B5EF4-FFF2-40B4-BE49-F238E27FC236}">
                  <a16:creationId xmlns:a16="http://schemas.microsoft.com/office/drawing/2014/main" id="{CE28ADFC-D713-08E3-D97A-654741E634A5}"/>
                </a:ext>
              </a:extLst>
            </p:cNvPr>
            <p:cNvSpPr/>
            <p:nvPr/>
          </p:nvSpPr>
          <p:spPr>
            <a:xfrm>
              <a:off x="5961888" y="3584448"/>
              <a:ext cx="2816352" cy="274320"/>
            </a:xfrm>
            <a:prstGeom prst="rect">
              <a:avLst/>
            </a:prstGeom>
            <a:solidFill>
              <a:srgbClr val="162030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253" name="Shape 85">
              <a:extLst>
                <a:ext uri="{FF2B5EF4-FFF2-40B4-BE49-F238E27FC236}">
                  <a16:creationId xmlns:a16="http://schemas.microsoft.com/office/drawing/2014/main" id="{FC8E02F1-781D-D797-CA66-017F9EFDB95A}"/>
                </a:ext>
              </a:extLst>
            </p:cNvPr>
            <p:cNvSpPr/>
            <p:nvPr/>
          </p:nvSpPr>
          <p:spPr>
            <a:xfrm>
              <a:off x="5961888" y="3584448"/>
              <a:ext cx="1548994" cy="45720"/>
            </a:xfrm>
            <a:prstGeom prst="rect">
              <a:avLst/>
            </a:prstGeom>
            <a:solidFill>
              <a:srgbClr val="FFEB3B"/>
            </a:solidFill>
            <a:ln w="12700">
              <a:solidFill>
                <a:srgbClr val="FFEB3B"/>
              </a:solidFill>
              <a:prstDash val="solid"/>
            </a:ln>
          </p:spPr>
        </p:sp>
        <p:sp>
          <p:nvSpPr>
            <p:cNvPr id="254" name="Text 86">
              <a:extLst>
                <a:ext uri="{FF2B5EF4-FFF2-40B4-BE49-F238E27FC236}">
                  <a16:creationId xmlns:a16="http://schemas.microsoft.com/office/drawing/2014/main" id="{506FC2BF-9272-2984-08BB-E2DD98A1D8DD}"/>
                </a:ext>
              </a:extLst>
            </p:cNvPr>
            <p:cNvSpPr/>
            <p:nvPr/>
          </p:nvSpPr>
          <p:spPr>
            <a:xfrm>
              <a:off x="6035040" y="3602736"/>
              <a:ext cx="267004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33" i="1" dirty="0">
                  <a:solidFill>
                    <a:srgbClr val="8AABB8"/>
                  </a:solidFill>
                </a:rPr>
                <a:t>Top: 69% from "No Operator"</a:t>
              </a:r>
              <a:endParaRPr lang="en-US" sz="933" dirty="0"/>
            </a:p>
          </p:txBody>
        </p:sp>
        <p:sp>
          <p:nvSpPr>
            <p:cNvPr id="255" name="Shape 87">
              <a:extLst>
                <a:ext uri="{FF2B5EF4-FFF2-40B4-BE49-F238E27FC236}">
                  <a16:creationId xmlns:a16="http://schemas.microsoft.com/office/drawing/2014/main" id="{A1EFD845-16AC-C951-16A0-998D34E4FE34}"/>
                </a:ext>
              </a:extLst>
            </p:cNvPr>
            <p:cNvSpPr/>
            <p:nvPr/>
          </p:nvSpPr>
          <p:spPr>
            <a:xfrm>
              <a:off x="8842248" y="2505456"/>
              <a:ext cx="2816352" cy="1353312"/>
            </a:xfrm>
            <a:prstGeom prst="rect">
              <a:avLst/>
            </a:prstGeom>
            <a:solidFill>
              <a:srgbClr val="1E2A38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256" name="Text 88">
              <a:extLst>
                <a:ext uri="{FF2B5EF4-FFF2-40B4-BE49-F238E27FC236}">
                  <a16:creationId xmlns:a16="http://schemas.microsoft.com/office/drawing/2014/main" id="{A79F1A99-09F7-AB2B-8A91-DF05591047A6}"/>
                </a:ext>
              </a:extLst>
            </p:cNvPr>
            <p:cNvSpPr/>
            <p:nvPr/>
          </p:nvSpPr>
          <p:spPr>
            <a:xfrm>
              <a:off x="8933688" y="2542032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33" b="1" dirty="0">
                  <a:solidFill>
                    <a:srgbClr val="FFFFFF"/>
                  </a:solidFill>
                </a:rPr>
                <a:t>IG.04</a:t>
              </a:r>
              <a:endParaRPr lang="en-US" sz="1333" dirty="0"/>
            </a:p>
          </p:txBody>
        </p:sp>
        <p:sp>
          <p:nvSpPr>
            <p:cNvPr id="257" name="Text 89">
              <a:extLst>
                <a:ext uri="{FF2B5EF4-FFF2-40B4-BE49-F238E27FC236}">
                  <a16:creationId xmlns:a16="http://schemas.microsoft.com/office/drawing/2014/main" id="{6B2B2C7A-FB97-1ECD-D760-2FAC17EE91B2}"/>
                </a:ext>
              </a:extLst>
            </p:cNvPr>
            <p:cNvSpPr/>
            <p:nvPr/>
          </p:nvSpPr>
          <p:spPr>
            <a:xfrm>
              <a:off x="10305288" y="2542032"/>
              <a:ext cx="126187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333" b="1" dirty="0">
                  <a:solidFill>
                    <a:srgbClr val="4FC3F7"/>
                  </a:solidFill>
                </a:rPr>
                <a:t>134 hrs</a:t>
              </a:r>
              <a:endParaRPr lang="en-US" sz="1333" dirty="0"/>
            </a:p>
          </p:txBody>
        </p:sp>
        <p:sp>
          <p:nvSpPr>
            <p:cNvPr id="258" name="Shape 90">
              <a:extLst>
                <a:ext uri="{FF2B5EF4-FFF2-40B4-BE49-F238E27FC236}">
                  <a16:creationId xmlns:a16="http://schemas.microsoft.com/office/drawing/2014/main" id="{7FB1D739-6285-0988-8469-E461A296D596}"/>
                </a:ext>
              </a:extLst>
            </p:cNvPr>
            <p:cNvSpPr/>
            <p:nvPr/>
          </p:nvSpPr>
          <p:spPr>
            <a:xfrm>
              <a:off x="8933688" y="2852928"/>
              <a:ext cx="54864" cy="16459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</p:sp>
        <p:sp>
          <p:nvSpPr>
            <p:cNvPr id="259" name="Text 91">
              <a:extLst>
                <a:ext uri="{FF2B5EF4-FFF2-40B4-BE49-F238E27FC236}">
                  <a16:creationId xmlns:a16="http://schemas.microsoft.com/office/drawing/2014/main" id="{FE8334D5-49BD-3C86-E990-BA5971695B7C}"/>
                </a:ext>
              </a:extLst>
            </p:cNvPr>
            <p:cNvSpPr/>
            <p:nvPr/>
          </p:nvSpPr>
          <p:spPr>
            <a:xfrm>
              <a:off x="9025128" y="2816352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dirty="0">
                  <a:solidFill>
                    <a:srgbClr val="C8D8E8"/>
                  </a:solidFill>
                </a:rPr>
                <a:t>Wheel Change</a:t>
              </a:r>
              <a:endParaRPr lang="en-US" sz="1133" dirty="0"/>
            </a:p>
          </p:txBody>
        </p:sp>
        <p:sp>
          <p:nvSpPr>
            <p:cNvPr id="260" name="Text 92">
              <a:extLst>
                <a:ext uri="{FF2B5EF4-FFF2-40B4-BE49-F238E27FC236}">
                  <a16:creationId xmlns:a16="http://schemas.microsoft.com/office/drawing/2014/main" id="{1EB9DF01-3094-9630-331B-1505E99389AF}"/>
                </a:ext>
              </a:extLst>
            </p:cNvPr>
            <p:cNvSpPr/>
            <p:nvPr/>
          </p:nvSpPr>
          <p:spPr>
            <a:xfrm>
              <a:off x="10853928" y="2816352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133" b="1" dirty="0">
                  <a:solidFill>
                    <a:srgbClr val="FF6B6B"/>
                  </a:solidFill>
                </a:rPr>
                <a:t>23h</a:t>
              </a:r>
              <a:endParaRPr lang="en-US" sz="1133" dirty="0"/>
            </a:p>
          </p:txBody>
        </p:sp>
        <p:sp>
          <p:nvSpPr>
            <p:cNvPr id="261" name="Shape 93">
              <a:extLst>
                <a:ext uri="{FF2B5EF4-FFF2-40B4-BE49-F238E27FC236}">
                  <a16:creationId xmlns:a16="http://schemas.microsoft.com/office/drawing/2014/main" id="{BAC2D2C7-564C-F5B2-725A-22F321D35280}"/>
                </a:ext>
              </a:extLst>
            </p:cNvPr>
            <p:cNvSpPr/>
            <p:nvPr/>
          </p:nvSpPr>
          <p:spPr>
            <a:xfrm>
              <a:off x="8933688" y="3145536"/>
              <a:ext cx="54864" cy="164592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262" name="Text 94">
              <a:extLst>
                <a:ext uri="{FF2B5EF4-FFF2-40B4-BE49-F238E27FC236}">
                  <a16:creationId xmlns:a16="http://schemas.microsoft.com/office/drawing/2014/main" id="{BD1C1A30-DE31-271B-1E7D-34CC4B9432FC}"/>
                </a:ext>
              </a:extLst>
            </p:cNvPr>
            <p:cNvSpPr/>
            <p:nvPr/>
          </p:nvSpPr>
          <p:spPr>
            <a:xfrm>
              <a:off x="9025128" y="3108960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dirty="0">
                  <a:solidFill>
                    <a:srgbClr val="C8D8E8"/>
                  </a:solidFill>
                </a:rPr>
                <a:t>No Operator</a:t>
              </a:r>
              <a:endParaRPr lang="en-US" sz="1133" dirty="0"/>
            </a:p>
          </p:txBody>
        </p:sp>
        <p:sp>
          <p:nvSpPr>
            <p:cNvPr id="263" name="Text 95">
              <a:extLst>
                <a:ext uri="{FF2B5EF4-FFF2-40B4-BE49-F238E27FC236}">
                  <a16:creationId xmlns:a16="http://schemas.microsoft.com/office/drawing/2014/main" id="{8A38E2AC-64E9-A0F3-74F2-B97EE8F07C0B}"/>
                </a:ext>
              </a:extLst>
            </p:cNvPr>
            <p:cNvSpPr/>
            <p:nvPr/>
          </p:nvSpPr>
          <p:spPr>
            <a:xfrm>
              <a:off x="10853928" y="3108960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133" b="1" dirty="0">
                  <a:solidFill>
                    <a:srgbClr val="FF6B6B"/>
                  </a:solidFill>
                </a:rPr>
                <a:t>20h</a:t>
              </a:r>
              <a:endParaRPr lang="en-US" sz="1133" dirty="0"/>
            </a:p>
          </p:txBody>
        </p:sp>
        <p:sp>
          <p:nvSpPr>
            <p:cNvPr id="264" name="Shape 96">
              <a:extLst>
                <a:ext uri="{FF2B5EF4-FFF2-40B4-BE49-F238E27FC236}">
                  <a16:creationId xmlns:a16="http://schemas.microsoft.com/office/drawing/2014/main" id="{AF9EE39A-BB81-4B75-26EB-F4E786167BEC}"/>
                </a:ext>
              </a:extLst>
            </p:cNvPr>
            <p:cNvSpPr/>
            <p:nvPr/>
          </p:nvSpPr>
          <p:spPr>
            <a:xfrm>
              <a:off x="8842248" y="3584448"/>
              <a:ext cx="2816352" cy="274320"/>
            </a:xfrm>
            <a:prstGeom prst="rect">
              <a:avLst/>
            </a:prstGeom>
            <a:solidFill>
              <a:srgbClr val="162030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265" name="Shape 97">
              <a:extLst>
                <a:ext uri="{FF2B5EF4-FFF2-40B4-BE49-F238E27FC236}">
                  <a16:creationId xmlns:a16="http://schemas.microsoft.com/office/drawing/2014/main" id="{E0E480BB-CAEB-1516-014F-F068F7BE6E80}"/>
                </a:ext>
              </a:extLst>
            </p:cNvPr>
            <p:cNvSpPr/>
            <p:nvPr/>
          </p:nvSpPr>
          <p:spPr>
            <a:xfrm>
              <a:off x="8842248" y="3584448"/>
              <a:ext cx="1548994" cy="45720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</p:sp>
        <p:sp>
          <p:nvSpPr>
            <p:cNvPr id="266" name="Text 98">
              <a:extLst>
                <a:ext uri="{FF2B5EF4-FFF2-40B4-BE49-F238E27FC236}">
                  <a16:creationId xmlns:a16="http://schemas.microsoft.com/office/drawing/2014/main" id="{2F00AD41-CAC1-9607-5EFE-C0DEAD45FD9D}"/>
                </a:ext>
              </a:extLst>
            </p:cNvPr>
            <p:cNvSpPr/>
            <p:nvPr/>
          </p:nvSpPr>
          <p:spPr>
            <a:xfrm>
              <a:off x="8915400" y="3602736"/>
              <a:ext cx="267004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33" i="1" dirty="0">
                  <a:solidFill>
                    <a:srgbClr val="8AABB8"/>
                  </a:solidFill>
                </a:rPr>
                <a:t>Top: 17% from "Wheel Change"</a:t>
              </a:r>
              <a:endParaRPr lang="en-US" sz="933" dirty="0"/>
            </a:p>
          </p:txBody>
        </p:sp>
        <p:sp>
          <p:nvSpPr>
            <p:cNvPr id="267" name="Shape 99">
              <a:extLst>
                <a:ext uri="{FF2B5EF4-FFF2-40B4-BE49-F238E27FC236}">
                  <a16:creationId xmlns:a16="http://schemas.microsoft.com/office/drawing/2014/main" id="{0C968F9D-AED1-F03D-263C-3CA29DDE5B0F}"/>
                </a:ext>
              </a:extLst>
            </p:cNvPr>
            <p:cNvSpPr/>
            <p:nvPr/>
          </p:nvSpPr>
          <p:spPr>
            <a:xfrm>
              <a:off x="201168" y="3931920"/>
              <a:ext cx="2816352" cy="1353312"/>
            </a:xfrm>
            <a:prstGeom prst="rect">
              <a:avLst/>
            </a:prstGeom>
            <a:solidFill>
              <a:srgbClr val="1E2A38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268" name="Text 100">
              <a:extLst>
                <a:ext uri="{FF2B5EF4-FFF2-40B4-BE49-F238E27FC236}">
                  <a16:creationId xmlns:a16="http://schemas.microsoft.com/office/drawing/2014/main" id="{8592B754-E6C3-E8DF-EB90-59FC9A1DAF74}"/>
                </a:ext>
              </a:extLst>
            </p:cNvPr>
            <p:cNvSpPr/>
            <p:nvPr/>
          </p:nvSpPr>
          <p:spPr>
            <a:xfrm>
              <a:off x="292608" y="3968496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33" b="1" dirty="0">
                  <a:solidFill>
                    <a:srgbClr val="FFFFFF"/>
                  </a:solidFill>
                </a:rPr>
                <a:t>IG.14</a:t>
              </a:r>
              <a:endParaRPr lang="en-US" sz="1333" dirty="0"/>
            </a:p>
          </p:txBody>
        </p:sp>
        <p:sp>
          <p:nvSpPr>
            <p:cNvPr id="269" name="Text 101">
              <a:extLst>
                <a:ext uri="{FF2B5EF4-FFF2-40B4-BE49-F238E27FC236}">
                  <a16:creationId xmlns:a16="http://schemas.microsoft.com/office/drawing/2014/main" id="{F794C1CE-E89C-A4FA-82FC-AA61A38A9F20}"/>
                </a:ext>
              </a:extLst>
            </p:cNvPr>
            <p:cNvSpPr/>
            <p:nvPr/>
          </p:nvSpPr>
          <p:spPr>
            <a:xfrm>
              <a:off x="1664208" y="3968496"/>
              <a:ext cx="126187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333" b="1" dirty="0">
                  <a:solidFill>
                    <a:srgbClr val="00B0F0"/>
                  </a:solidFill>
                </a:rPr>
                <a:t>115 hrs</a:t>
              </a:r>
              <a:endParaRPr lang="en-US" sz="1333" dirty="0">
                <a:solidFill>
                  <a:srgbClr val="00B0F0"/>
                </a:solidFill>
              </a:endParaRPr>
            </a:p>
          </p:txBody>
        </p:sp>
        <p:sp>
          <p:nvSpPr>
            <p:cNvPr id="270" name="Shape 102">
              <a:extLst>
                <a:ext uri="{FF2B5EF4-FFF2-40B4-BE49-F238E27FC236}">
                  <a16:creationId xmlns:a16="http://schemas.microsoft.com/office/drawing/2014/main" id="{85EAA0CE-9FD1-8ACC-3AF3-2CE2BAE4CC66}"/>
                </a:ext>
              </a:extLst>
            </p:cNvPr>
            <p:cNvSpPr/>
            <p:nvPr/>
          </p:nvSpPr>
          <p:spPr>
            <a:xfrm>
              <a:off x="292608" y="4279392"/>
              <a:ext cx="54864" cy="164592"/>
            </a:xfrm>
            <a:prstGeom prst="rect">
              <a:avLst/>
            </a:prstGeom>
            <a:solidFill>
              <a:srgbClr val="FFA726"/>
            </a:solidFill>
            <a:ln w="12700">
              <a:solidFill>
                <a:srgbClr val="FFA726"/>
              </a:solidFill>
              <a:prstDash val="solid"/>
            </a:ln>
          </p:spPr>
        </p:sp>
        <p:sp>
          <p:nvSpPr>
            <p:cNvPr id="271" name="Text 103">
              <a:extLst>
                <a:ext uri="{FF2B5EF4-FFF2-40B4-BE49-F238E27FC236}">
                  <a16:creationId xmlns:a16="http://schemas.microsoft.com/office/drawing/2014/main" id="{2FFC8D95-F9EA-78AF-C522-626A9812665A}"/>
                </a:ext>
              </a:extLst>
            </p:cNvPr>
            <p:cNvSpPr/>
            <p:nvPr/>
          </p:nvSpPr>
          <p:spPr>
            <a:xfrm>
              <a:off x="384048" y="4242816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dirty="0">
                  <a:solidFill>
                    <a:srgbClr val="C8D8E8"/>
                  </a:solidFill>
                </a:rPr>
                <a:t>No Material (Ext)</a:t>
              </a:r>
              <a:endParaRPr lang="en-US" sz="1133" dirty="0"/>
            </a:p>
          </p:txBody>
        </p:sp>
        <p:sp>
          <p:nvSpPr>
            <p:cNvPr id="272" name="Text 104">
              <a:extLst>
                <a:ext uri="{FF2B5EF4-FFF2-40B4-BE49-F238E27FC236}">
                  <a16:creationId xmlns:a16="http://schemas.microsoft.com/office/drawing/2014/main" id="{CD16CF73-1EA7-5BC8-0C10-F6173C2C69FE}"/>
                </a:ext>
              </a:extLst>
            </p:cNvPr>
            <p:cNvSpPr/>
            <p:nvPr/>
          </p:nvSpPr>
          <p:spPr>
            <a:xfrm>
              <a:off x="2212848" y="4242816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133" b="1" dirty="0">
                  <a:solidFill>
                    <a:srgbClr val="FF6B6B"/>
                  </a:solidFill>
                </a:rPr>
                <a:t>40h</a:t>
              </a:r>
              <a:endParaRPr lang="en-US" sz="1133" dirty="0"/>
            </a:p>
          </p:txBody>
        </p:sp>
        <p:sp>
          <p:nvSpPr>
            <p:cNvPr id="273" name="Shape 105">
              <a:extLst>
                <a:ext uri="{FF2B5EF4-FFF2-40B4-BE49-F238E27FC236}">
                  <a16:creationId xmlns:a16="http://schemas.microsoft.com/office/drawing/2014/main" id="{2301846B-442A-8CD6-B887-8DE81FAE825A}"/>
                </a:ext>
              </a:extLst>
            </p:cNvPr>
            <p:cNvSpPr/>
            <p:nvPr/>
          </p:nvSpPr>
          <p:spPr>
            <a:xfrm>
              <a:off x="292608" y="4572000"/>
              <a:ext cx="54864" cy="16459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</p:sp>
        <p:sp>
          <p:nvSpPr>
            <p:cNvPr id="274" name="Text 106">
              <a:extLst>
                <a:ext uri="{FF2B5EF4-FFF2-40B4-BE49-F238E27FC236}">
                  <a16:creationId xmlns:a16="http://schemas.microsoft.com/office/drawing/2014/main" id="{F314D905-ED6F-6307-7790-0875C3F06050}"/>
                </a:ext>
              </a:extLst>
            </p:cNvPr>
            <p:cNvSpPr/>
            <p:nvPr/>
          </p:nvSpPr>
          <p:spPr>
            <a:xfrm>
              <a:off x="384048" y="4535424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dirty="0">
                  <a:solidFill>
                    <a:srgbClr val="C8D8E8"/>
                  </a:solidFill>
                </a:rPr>
                <a:t>Wheel Change</a:t>
              </a:r>
              <a:endParaRPr lang="en-US" sz="1133" dirty="0"/>
            </a:p>
          </p:txBody>
        </p:sp>
        <p:sp>
          <p:nvSpPr>
            <p:cNvPr id="275" name="Text 107">
              <a:extLst>
                <a:ext uri="{FF2B5EF4-FFF2-40B4-BE49-F238E27FC236}">
                  <a16:creationId xmlns:a16="http://schemas.microsoft.com/office/drawing/2014/main" id="{612BB538-BFAC-6F7A-C61E-B8F7E80777D2}"/>
                </a:ext>
              </a:extLst>
            </p:cNvPr>
            <p:cNvSpPr/>
            <p:nvPr/>
          </p:nvSpPr>
          <p:spPr>
            <a:xfrm>
              <a:off x="2212848" y="4535424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133" b="1" dirty="0">
                  <a:solidFill>
                    <a:srgbClr val="FF6B6B"/>
                  </a:solidFill>
                </a:rPr>
                <a:t>22h</a:t>
              </a:r>
              <a:endParaRPr lang="en-US" sz="1133" dirty="0"/>
            </a:p>
          </p:txBody>
        </p:sp>
        <p:sp>
          <p:nvSpPr>
            <p:cNvPr id="276" name="Shape 108">
              <a:extLst>
                <a:ext uri="{FF2B5EF4-FFF2-40B4-BE49-F238E27FC236}">
                  <a16:creationId xmlns:a16="http://schemas.microsoft.com/office/drawing/2014/main" id="{C76B2778-E643-5F3C-D47E-A0917D9B020C}"/>
                </a:ext>
              </a:extLst>
            </p:cNvPr>
            <p:cNvSpPr/>
            <p:nvPr/>
          </p:nvSpPr>
          <p:spPr>
            <a:xfrm>
              <a:off x="201168" y="5010912"/>
              <a:ext cx="2816352" cy="274320"/>
            </a:xfrm>
            <a:prstGeom prst="rect">
              <a:avLst/>
            </a:prstGeom>
            <a:solidFill>
              <a:srgbClr val="162030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277" name="Shape 109">
              <a:extLst>
                <a:ext uri="{FF2B5EF4-FFF2-40B4-BE49-F238E27FC236}">
                  <a16:creationId xmlns:a16="http://schemas.microsoft.com/office/drawing/2014/main" id="{B9006160-D9EE-A248-1DC4-C24DF7AD05A1}"/>
                </a:ext>
              </a:extLst>
            </p:cNvPr>
            <p:cNvSpPr/>
            <p:nvPr/>
          </p:nvSpPr>
          <p:spPr>
            <a:xfrm>
              <a:off x="201168" y="5010912"/>
              <a:ext cx="1548994" cy="45720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278" name="Text 110">
              <a:extLst>
                <a:ext uri="{FF2B5EF4-FFF2-40B4-BE49-F238E27FC236}">
                  <a16:creationId xmlns:a16="http://schemas.microsoft.com/office/drawing/2014/main" id="{65367DFA-660E-CFCA-FBF1-55B0195911C7}"/>
                </a:ext>
              </a:extLst>
            </p:cNvPr>
            <p:cNvSpPr/>
            <p:nvPr/>
          </p:nvSpPr>
          <p:spPr>
            <a:xfrm>
              <a:off x="274320" y="5029200"/>
              <a:ext cx="267004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33" i="1" dirty="0">
                  <a:solidFill>
                    <a:srgbClr val="8AABB8"/>
                  </a:solidFill>
                </a:rPr>
                <a:t>Top: 35% from "No Material (Ext)"</a:t>
              </a:r>
              <a:endParaRPr lang="en-US" sz="933" dirty="0"/>
            </a:p>
          </p:txBody>
        </p:sp>
        <p:sp>
          <p:nvSpPr>
            <p:cNvPr id="279" name="Shape 111">
              <a:extLst>
                <a:ext uri="{FF2B5EF4-FFF2-40B4-BE49-F238E27FC236}">
                  <a16:creationId xmlns:a16="http://schemas.microsoft.com/office/drawing/2014/main" id="{25918CF3-0FA1-4CD9-3698-D0497DA5203A}"/>
                </a:ext>
              </a:extLst>
            </p:cNvPr>
            <p:cNvSpPr/>
            <p:nvPr/>
          </p:nvSpPr>
          <p:spPr>
            <a:xfrm>
              <a:off x="3081528" y="3931920"/>
              <a:ext cx="2816352" cy="1353312"/>
            </a:xfrm>
            <a:prstGeom prst="rect">
              <a:avLst/>
            </a:prstGeom>
            <a:solidFill>
              <a:srgbClr val="1E2A38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280" name="Text 112">
              <a:extLst>
                <a:ext uri="{FF2B5EF4-FFF2-40B4-BE49-F238E27FC236}">
                  <a16:creationId xmlns:a16="http://schemas.microsoft.com/office/drawing/2014/main" id="{5CF7A0DA-9E59-ADE8-1C48-1BBEF7443E91}"/>
                </a:ext>
              </a:extLst>
            </p:cNvPr>
            <p:cNvSpPr/>
            <p:nvPr/>
          </p:nvSpPr>
          <p:spPr>
            <a:xfrm>
              <a:off x="3172968" y="3968496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33" b="1" dirty="0">
                  <a:solidFill>
                    <a:srgbClr val="FFFFFF"/>
                  </a:solidFill>
                </a:rPr>
                <a:t>IG.01</a:t>
              </a:r>
              <a:endParaRPr lang="en-US" sz="1333" dirty="0"/>
            </a:p>
          </p:txBody>
        </p:sp>
        <p:sp>
          <p:nvSpPr>
            <p:cNvPr id="281" name="Text 113">
              <a:extLst>
                <a:ext uri="{FF2B5EF4-FFF2-40B4-BE49-F238E27FC236}">
                  <a16:creationId xmlns:a16="http://schemas.microsoft.com/office/drawing/2014/main" id="{D4E49736-FB1A-D579-0C39-0192059013FF}"/>
                </a:ext>
              </a:extLst>
            </p:cNvPr>
            <p:cNvSpPr/>
            <p:nvPr/>
          </p:nvSpPr>
          <p:spPr>
            <a:xfrm>
              <a:off x="4544568" y="3968496"/>
              <a:ext cx="126187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333" b="1" dirty="0">
                  <a:solidFill>
                    <a:srgbClr val="00B0F0"/>
                  </a:solidFill>
                </a:rPr>
                <a:t>115 hrs</a:t>
              </a:r>
              <a:endParaRPr lang="en-US" sz="1333" dirty="0">
                <a:solidFill>
                  <a:srgbClr val="00B0F0"/>
                </a:solidFill>
              </a:endParaRPr>
            </a:p>
          </p:txBody>
        </p:sp>
        <p:sp>
          <p:nvSpPr>
            <p:cNvPr id="282" name="Shape 114">
              <a:extLst>
                <a:ext uri="{FF2B5EF4-FFF2-40B4-BE49-F238E27FC236}">
                  <a16:creationId xmlns:a16="http://schemas.microsoft.com/office/drawing/2014/main" id="{70F8B4E1-92E5-184A-D19F-6724C1FA5833}"/>
                </a:ext>
              </a:extLst>
            </p:cNvPr>
            <p:cNvSpPr/>
            <p:nvPr/>
          </p:nvSpPr>
          <p:spPr>
            <a:xfrm>
              <a:off x="3172968" y="4279392"/>
              <a:ext cx="54864" cy="164592"/>
            </a:xfrm>
            <a:prstGeom prst="rect">
              <a:avLst/>
            </a:prstGeom>
            <a:solidFill>
              <a:srgbClr val="FFA726"/>
            </a:solidFill>
            <a:ln w="12700">
              <a:solidFill>
                <a:srgbClr val="FFA726"/>
              </a:solidFill>
              <a:prstDash val="solid"/>
            </a:ln>
          </p:spPr>
        </p:sp>
        <p:sp>
          <p:nvSpPr>
            <p:cNvPr id="283" name="Text 115">
              <a:extLst>
                <a:ext uri="{FF2B5EF4-FFF2-40B4-BE49-F238E27FC236}">
                  <a16:creationId xmlns:a16="http://schemas.microsoft.com/office/drawing/2014/main" id="{4658A009-A36F-3CA8-2F99-07E554D6B618}"/>
                </a:ext>
              </a:extLst>
            </p:cNvPr>
            <p:cNvSpPr/>
            <p:nvPr/>
          </p:nvSpPr>
          <p:spPr>
            <a:xfrm>
              <a:off x="3264408" y="4242816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dirty="0">
                  <a:solidFill>
                    <a:srgbClr val="C8D8E8"/>
                  </a:solidFill>
                </a:rPr>
                <a:t>No Material (Ext)</a:t>
              </a:r>
              <a:endParaRPr lang="en-US" sz="1133" dirty="0"/>
            </a:p>
          </p:txBody>
        </p:sp>
        <p:sp>
          <p:nvSpPr>
            <p:cNvPr id="284" name="Text 116">
              <a:extLst>
                <a:ext uri="{FF2B5EF4-FFF2-40B4-BE49-F238E27FC236}">
                  <a16:creationId xmlns:a16="http://schemas.microsoft.com/office/drawing/2014/main" id="{7D97A11C-E2CA-4273-F4EE-6E3030A0BCAB}"/>
                </a:ext>
              </a:extLst>
            </p:cNvPr>
            <p:cNvSpPr/>
            <p:nvPr/>
          </p:nvSpPr>
          <p:spPr>
            <a:xfrm>
              <a:off x="5093208" y="4242816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133" b="1" dirty="0">
                  <a:solidFill>
                    <a:srgbClr val="FF6B6B"/>
                  </a:solidFill>
                </a:rPr>
                <a:t>32h</a:t>
              </a:r>
              <a:endParaRPr lang="en-US" sz="1133" dirty="0"/>
            </a:p>
          </p:txBody>
        </p:sp>
        <p:sp>
          <p:nvSpPr>
            <p:cNvPr id="285" name="Shape 117">
              <a:extLst>
                <a:ext uri="{FF2B5EF4-FFF2-40B4-BE49-F238E27FC236}">
                  <a16:creationId xmlns:a16="http://schemas.microsoft.com/office/drawing/2014/main" id="{71F46DB7-A98A-2C43-9D0D-2420D15B1DA8}"/>
                </a:ext>
              </a:extLst>
            </p:cNvPr>
            <p:cNvSpPr/>
            <p:nvPr/>
          </p:nvSpPr>
          <p:spPr>
            <a:xfrm>
              <a:off x="3172968" y="4572000"/>
              <a:ext cx="54864" cy="164592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286" name="Text 118">
              <a:extLst>
                <a:ext uri="{FF2B5EF4-FFF2-40B4-BE49-F238E27FC236}">
                  <a16:creationId xmlns:a16="http://schemas.microsoft.com/office/drawing/2014/main" id="{F85BB510-375B-BD4A-E0C5-674E10627ADF}"/>
                </a:ext>
              </a:extLst>
            </p:cNvPr>
            <p:cNvSpPr/>
            <p:nvPr/>
          </p:nvSpPr>
          <p:spPr>
            <a:xfrm>
              <a:off x="3264408" y="4535424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dirty="0">
                  <a:solidFill>
                    <a:srgbClr val="C8D8E8"/>
                  </a:solidFill>
                </a:rPr>
                <a:t>No Operator</a:t>
              </a:r>
              <a:endParaRPr lang="en-US" sz="1133" dirty="0"/>
            </a:p>
          </p:txBody>
        </p:sp>
        <p:sp>
          <p:nvSpPr>
            <p:cNvPr id="287" name="Text 119">
              <a:extLst>
                <a:ext uri="{FF2B5EF4-FFF2-40B4-BE49-F238E27FC236}">
                  <a16:creationId xmlns:a16="http://schemas.microsoft.com/office/drawing/2014/main" id="{51FE240B-6C6C-5F77-5C80-58B4F5328AA4}"/>
                </a:ext>
              </a:extLst>
            </p:cNvPr>
            <p:cNvSpPr/>
            <p:nvPr/>
          </p:nvSpPr>
          <p:spPr>
            <a:xfrm>
              <a:off x="5093208" y="4535424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133" b="1" dirty="0">
                  <a:solidFill>
                    <a:srgbClr val="FF6B6B"/>
                  </a:solidFill>
                </a:rPr>
                <a:t>22h</a:t>
              </a:r>
              <a:endParaRPr lang="en-US" sz="1133" dirty="0"/>
            </a:p>
          </p:txBody>
        </p:sp>
        <p:sp>
          <p:nvSpPr>
            <p:cNvPr id="288" name="Shape 120">
              <a:extLst>
                <a:ext uri="{FF2B5EF4-FFF2-40B4-BE49-F238E27FC236}">
                  <a16:creationId xmlns:a16="http://schemas.microsoft.com/office/drawing/2014/main" id="{BFAE7D77-D9FE-52C6-0151-85F51DC73A7F}"/>
                </a:ext>
              </a:extLst>
            </p:cNvPr>
            <p:cNvSpPr/>
            <p:nvPr/>
          </p:nvSpPr>
          <p:spPr>
            <a:xfrm>
              <a:off x="3081528" y="5010912"/>
              <a:ext cx="2816352" cy="274320"/>
            </a:xfrm>
            <a:prstGeom prst="rect">
              <a:avLst/>
            </a:prstGeom>
            <a:solidFill>
              <a:srgbClr val="162030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289" name="Shape 121">
              <a:extLst>
                <a:ext uri="{FF2B5EF4-FFF2-40B4-BE49-F238E27FC236}">
                  <a16:creationId xmlns:a16="http://schemas.microsoft.com/office/drawing/2014/main" id="{DAB9E543-E888-DC71-7152-0331225809AC}"/>
                </a:ext>
              </a:extLst>
            </p:cNvPr>
            <p:cNvSpPr/>
            <p:nvPr/>
          </p:nvSpPr>
          <p:spPr>
            <a:xfrm>
              <a:off x="3081528" y="5010912"/>
              <a:ext cx="1548994" cy="45720"/>
            </a:xfrm>
            <a:prstGeom prst="rect">
              <a:avLst/>
            </a:prstGeom>
            <a:solidFill>
              <a:srgbClr val="FFA726"/>
            </a:solidFill>
            <a:ln w="12700">
              <a:solidFill>
                <a:srgbClr val="FFA726"/>
              </a:solidFill>
              <a:prstDash val="solid"/>
            </a:ln>
          </p:spPr>
        </p:sp>
        <p:sp>
          <p:nvSpPr>
            <p:cNvPr id="290" name="Text 122">
              <a:extLst>
                <a:ext uri="{FF2B5EF4-FFF2-40B4-BE49-F238E27FC236}">
                  <a16:creationId xmlns:a16="http://schemas.microsoft.com/office/drawing/2014/main" id="{1ADABD7D-C560-66D3-634A-0F1A84A67D35}"/>
                </a:ext>
              </a:extLst>
            </p:cNvPr>
            <p:cNvSpPr/>
            <p:nvPr/>
          </p:nvSpPr>
          <p:spPr>
            <a:xfrm>
              <a:off x="3154680" y="5029200"/>
              <a:ext cx="267004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33" i="1" dirty="0">
                  <a:solidFill>
                    <a:srgbClr val="8AABB8"/>
                  </a:solidFill>
                </a:rPr>
                <a:t>Top: 28% from "No Material (Ext)"</a:t>
              </a:r>
              <a:endParaRPr lang="en-US" sz="933" dirty="0"/>
            </a:p>
          </p:txBody>
        </p:sp>
        <p:sp>
          <p:nvSpPr>
            <p:cNvPr id="291" name="Shape 123">
              <a:extLst>
                <a:ext uri="{FF2B5EF4-FFF2-40B4-BE49-F238E27FC236}">
                  <a16:creationId xmlns:a16="http://schemas.microsoft.com/office/drawing/2014/main" id="{5919F37D-462C-6331-39E4-B25E52BAE3BD}"/>
                </a:ext>
              </a:extLst>
            </p:cNvPr>
            <p:cNvSpPr/>
            <p:nvPr/>
          </p:nvSpPr>
          <p:spPr>
            <a:xfrm>
              <a:off x="5961888" y="3931920"/>
              <a:ext cx="2816352" cy="1353312"/>
            </a:xfrm>
            <a:prstGeom prst="rect">
              <a:avLst/>
            </a:prstGeom>
            <a:solidFill>
              <a:srgbClr val="1E2A38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292" name="Text 124">
              <a:extLst>
                <a:ext uri="{FF2B5EF4-FFF2-40B4-BE49-F238E27FC236}">
                  <a16:creationId xmlns:a16="http://schemas.microsoft.com/office/drawing/2014/main" id="{D1C77341-2155-A7B5-3F38-A13EB4691167}"/>
                </a:ext>
              </a:extLst>
            </p:cNvPr>
            <p:cNvSpPr/>
            <p:nvPr/>
          </p:nvSpPr>
          <p:spPr>
            <a:xfrm>
              <a:off x="6053328" y="3968496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33" b="1" dirty="0">
                  <a:solidFill>
                    <a:srgbClr val="FFFFFF"/>
                  </a:solidFill>
                </a:rPr>
                <a:t>IG.15</a:t>
              </a:r>
              <a:endParaRPr lang="en-US" sz="1333" dirty="0"/>
            </a:p>
          </p:txBody>
        </p:sp>
        <p:sp>
          <p:nvSpPr>
            <p:cNvPr id="293" name="Text 125">
              <a:extLst>
                <a:ext uri="{FF2B5EF4-FFF2-40B4-BE49-F238E27FC236}">
                  <a16:creationId xmlns:a16="http://schemas.microsoft.com/office/drawing/2014/main" id="{984F0AAD-69B3-E02A-F1AF-4E143F201C6A}"/>
                </a:ext>
              </a:extLst>
            </p:cNvPr>
            <p:cNvSpPr/>
            <p:nvPr/>
          </p:nvSpPr>
          <p:spPr>
            <a:xfrm>
              <a:off x="7424928" y="3968496"/>
              <a:ext cx="126187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333" b="1" dirty="0">
                  <a:solidFill>
                    <a:srgbClr val="4FC3F7"/>
                  </a:solidFill>
                </a:rPr>
                <a:t>101 hrs</a:t>
              </a:r>
              <a:endParaRPr lang="en-US" sz="1333" dirty="0"/>
            </a:p>
          </p:txBody>
        </p:sp>
        <p:sp>
          <p:nvSpPr>
            <p:cNvPr id="294" name="Shape 126">
              <a:extLst>
                <a:ext uri="{FF2B5EF4-FFF2-40B4-BE49-F238E27FC236}">
                  <a16:creationId xmlns:a16="http://schemas.microsoft.com/office/drawing/2014/main" id="{CB87164A-B768-7112-83FA-A4C917BA0CDD}"/>
                </a:ext>
              </a:extLst>
            </p:cNvPr>
            <p:cNvSpPr/>
            <p:nvPr/>
          </p:nvSpPr>
          <p:spPr>
            <a:xfrm>
              <a:off x="6053328" y="4279392"/>
              <a:ext cx="54864" cy="164592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295" name="Text 127">
              <a:extLst>
                <a:ext uri="{FF2B5EF4-FFF2-40B4-BE49-F238E27FC236}">
                  <a16:creationId xmlns:a16="http://schemas.microsoft.com/office/drawing/2014/main" id="{4030763C-5380-FF6D-6FF3-98C9D15AEF7A}"/>
                </a:ext>
              </a:extLst>
            </p:cNvPr>
            <p:cNvSpPr/>
            <p:nvPr/>
          </p:nvSpPr>
          <p:spPr>
            <a:xfrm>
              <a:off x="6144768" y="4242816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dirty="0">
                  <a:solidFill>
                    <a:srgbClr val="C8D8E8"/>
                  </a:solidFill>
                </a:rPr>
                <a:t>No Operator</a:t>
              </a:r>
              <a:endParaRPr lang="en-US" sz="1133" dirty="0"/>
            </a:p>
          </p:txBody>
        </p:sp>
        <p:sp>
          <p:nvSpPr>
            <p:cNvPr id="296" name="Text 128">
              <a:extLst>
                <a:ext uri="{FF2B5EF4-FFF2-40B4-BE49-F238E27FC236}">
                  <a16:creationId xmlns:a16="http://schemas.microsoft.com/office/drawing/2014/main" id="{AB262CB2-2783-DA8D-2FD4-4792889C3A30}"/>
                </a:ext>
              </a:extLst>
            </p:cNvPr>
            <p:cNvSpPr/>
            <p:nvPr/>
          </p:nvSpPr>
          <p:spPr>
            <a:xfrm>
              <a:off x="7973568" y="4242816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133" b="1" dirty="0">
                  <a:solidFill>
                    <a:srgbClr val="FF6B6B"/>
                  </a:solidFill>
                </a:rPr>
                <a:t>25h</a:t>
              </a:r>
              <a:endParaRPr lang="en-US" sz="1133" dirty="0"/>
            </a:p>
          </p:txBody>
        </p:sp>
        <p:sp>
          <p:nvSpPr>
            <p:cNvPr id="297" name="Shape 129">
              <a:extLst>
                <a:ext uri="{FF2B5EF4-FFF2-40B4-BE49-F238E27FC236}">
                  <a16:creationId xmlns:a16="http://schemas.microsoft.com/office/drawing/2014/main" id="{B1FE0383-CFEC-DE93-4E2C-A7F4C7739094}"/>
                </a:ext>
              </a:extLst>
            </p:cNvPr>
            <p:cNvSpPr/>
            <p:nvPr/>
          </p:nvSpPr>
          <p:spPr>
            <a:xfrm>
              <a:off x="6053328" y="4572000"/>
              <a:ext cx="54864" cy="164592"/>
            </a:xfrm>
            <a:prstGeom prst="rect">
              <a:avLst/>
            </a:prstGeom>
            <a:solidFill>
              <a:srgbClr val="26C6DA"/>
            </a:solidFill>
            <a:ln w="12700">
              <a:solidFill>
                <a:srgbClr val="26C6DA"/>
              </a:solidFill>
              <a:prstDash val="solid"/>
            </a:ln>
          </p:spPr>
        </p:sp>
        <p:sp>
          <p:nvSpPr>
            <p:cNvPr id="298" name="Text 130">
              <a:extLst>
                <a:ext uri="{FF2B5EF4-FFF2-40B4-BE49-F238E27FC236}">
                  <a16:creationId xmlns:a16="http://schemas.microsoft.com/office/drawing/2014/main" id="{DF11574C-3081-245E-6DED-963D448F497E}"/>
                </a:ext>
              </a:extLst>
            </p:cNvPr>
            <p:cNvSpPr/>
            <p:nvPr/>
          </p:nvSpPr>
          <p:spPr>
            <a:xfrm>
              <a:off x="6144768" y="4535424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dirty="0">
                  <a:solidFill>
                    <a:srgbClr val="C8D8E8"/>
                  </a:solidFill>
                </a:rPr>
                <a:t>New Setting</a:t>
              </a:r>
              <a:endParaRPr lang="en-US" sz="1133" dirty="0"/>
            </a:p>
          </p:txBody>
        </p:sp>
        <p:sp>
          <p:nvSpPr>
            <p:cNvPr id="299" name="Text 131">
              <a:extLst>
                <a:ext uri="{FF2B5EF4-FFF2-40B4-BE49-F238E27FC236}">
                  <a16:creationId xmlns:a16="http://schemas.microsoft.com/office/drawing/2014/main" id="{CFC5673F-3062-DE6D-61DC-7B08686D4125}"/>
                </a:ext>
              </a:extLst>
            </p:cNvPr>
            <p:cNvSpPr/>
            <p:nvPr/>
          </p:nvSpPr>
          <p:spPr>
            <a:xfrm>
              <a:off x="7973568" y="4535424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133" b="1" dirty="0">
                  <a:solidFill>
                    <a:srgbClr val="FF6B6B"/>
                  </a:solidFill>
                </a:rPr>
                <a:t>19h</a:t>
              </a:r>
              <a:endParaRPr lang="en-US" sz="1133" dirty="0"/>
            </a:p>
          </p:txBody>
        </p:sp>
        <p:sp>
          <p:nvSpPr>
            <p:cNvPr id="300" name="Shape 132">
              <a:extLst>
                <a:ext uri="{FF2B5EF4-FFF2-40B4-BE49-F238E27FC236}">
                  <a16:creationId xmlns:a16="http://schemas.microsoft.com/office/drawing/2014/main" id="{1512A568-2950-AEC0-81ED-E8A9BC600DFE}"/>
                </a:ext>
              </a:extLst>
            </p:cNvPr>
            <p:cNvSpPr/>
            <p:nvPr/>
          </p:nvSpPr>
          <p:spPr>
            <a:xfrm>
              <a:off x="5961888" y="5010912"/>
              <a:ext cx="2816352" cy="274320"/>
            </a:xfrm>
            <a:prstGeom prst="rect">
              <a:avLst/>
            </a:prstGeom>
            <a:solidFill>
              <a:srgbClr val="162030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301" name="Shape 133">
              <a:extLst>
                <a:ext uri="{FF2B5EF4-FFF2-40B4-BE49-F238E27FC236}">
                  <a16:creationId xmlns:a16="http://schemas.microsoft.com/office/drawing/2014/main" id="{33B6C7F4-CD88-1CA6-434C-AC95DB5EF372}"/>
                </a:ext>
              </a:extLst>
            </p:cNvPr>
            <p:cNvSpPr/>
            <p:nvPr/>
          </p:nvSpPr>
          <p:spPr>
            <a:xfrm>
              <a:off x="5961888" y="5010912"/>
              <a:ext cx="1548994" cy="45720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</p:sp>
        <p:sp>
          <p:nvSpPr>
            <p:cNvPr id="302" name="Text 134">
              <a:extLst>
                <a:ext uri="{FF2B5EF4-FFF2-40B4-BE49-F238E27FC236}">
                  <a16:creationId xmlns:a16="http://schemas.microsoft.com/office/drawing/2014/main" id="{9E956158-5A99-4C12-F5FB-0CBE94777713}"/>
                </a:ext>
              </a:extLst>
            </p:cNvPr>
            <p:cNvSpPr/>
            <p:nvPr/>
          </p:nvSpPr>
          <p:spPr>
            <a:xfrm>
              <a:off x="6035040" y="5029200"/>
              <a:ext cx="267004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33" i="1" dirty="0">
                  <a:solidFill>
                    <a:srgbClr val="8AABB8"/>
                  </a:solidFill>
                </a:rPr>
                <a:t>Top: 24% from "No Operator"</a:t>
              </a:r>
              <a:endParaRPr lang="en-US" sz="933" dirty="0"/>
            </a:p>
          </p:txBody>
        </p:sp>
        <p:sp>
          <p:nvSpPr>
            <p:cNvPr id="303" name="Shape 135">
              <a:extLst>
                <a:ext uri="{FF2B5EF4-FFF2-40B4-BE49-F238E27FC236}">
                  <a16:creationId xmlns:a16="http://schemas.microsoft.com/office/drawing/2014/main" id="{1E88B1A5-F615-E537-D850-031429F473CA}"/>
                </a:ext>
              </a:extLst>
            </p:cNvPr>
            <p:cNvSpPr/>
            <p:nvPr/>
          </p:nvSpPr>
          <p:spPr>
            <a:xfrm>
              <a:off x="8842248" y="3931920"/>
              <a:ext cx="2816352" cy="1353312"/>
            </a:xfrm>
            <a:prstGeom prst="rect">
              <a:avLst/>
            </a:prstGeom>
            <a:solidFill>
              <a:srgbClr val="1E2A38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304" name="Text 136">
              <a:extLst>
                <a:ext uri="{FF2B5EF4-FFF2-40B4-BE49-F238E27FC236}">
                  <a16:creationId xmlns:a16="http://schemas.microsoft.com/office/drawing/2014/main" id="{CE52F3D1-A10F-1A7A-11DC-05BB0E32D828}"/>
                </a:ext>
              </a:extLst>
            </p:cNvPr>
            <p:cNvSpPr/>
            <p:nvPr/>
          </p:nvSpPr>
          <p:spPr>
            <a:xfrm>
              <a:off x="8933688" y="3968496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33" b="1" dirty="0">
                  <a:solidFill>
                    <a:srgbClr val="FFFFFF"/>
                  </a:solidFill>
                </a:rPr>
                <a:t>IG.16</a:t>
              </a:r>
              <a:endParaRPr lang="en-US" sz="1333" dirty="0"/>
            </a:p>
          </p:txBody>
        </p:sp>
        <p:sp>
          <p:nvSpPr>
            <p:cNvPr id="305" name="Text 137">
              <a:extLst>
                <a:ext uri="{FF2B5EF4-FFF2-40B4-BE49-F238E27FC236}">
                  <a16:creationId xmlns:a16="http://schemas.microsoft.com/office/drawing/2014/main" id="{F636CE48-8C34-04C5-0E5B-A3E7481E3A49}"/>
                </a:ext>
              </a:extLst>
            </p:cNvPr>
            <p:cNvSpPr/>
            <p:nvPr/>
          </p:nvSpPr>
          <p:spPr>
            <a:xfrm>
              <a:off x="10305288" y="3968496"/>
              <a:ext cx="126187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333" b="1" dirty="0">
                  <a:solidFill>
                    <a:srgbClr val="66BB6A"/>
                  </a:solidFill>
                </a:rPr>
                <a:t>69 hrs</a:t>
              </a:r>
              <a:endParaRPr lang="en-US" sz="1333" dirty="0"/>
            </a:p>
          </p:txBody>
        </p:sp>
        <p:sp>
          <p:nvSpPr>
            <p:cNvPr id="306" name="Shape 138">
              <a:extLst>
                <a:ext uri="{FF2B5EF4-FFF2-40B4-BE49-F238E27FC236}">
                  <a16:creationId xmlns:a16="http://schemas.microsoft.com/office/drawing/2014/main" id="{D71FD695-A31C-37EF-C440-8C5460641234}"/>
                </a:ext>
              </a:extLst>
            </p:cNvPr>
            <p:cNvSpPr/>
            <p:nvPr/>
          </p:nvSpPr>
          <p:spPr>
            <a:xfrm>
              <a:off x="8933688" y="4279392"/>
              <a:ext cx="54864" cy="16459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</p:sp>
        <p:sp>
          <p:nvSpPr>
            <p:cNvPr id="307" name="Text 139">
              <a:extLst>
                <a:ext uri="{FF2B5EF4-FFF2-40B4-BE49-F238E27FC236}">
                  <a16:creationId xmlns:a16="http://schemas.microsoft.com/office/drawing/2014/main" id="{E681B02E-AC0D-C90B-D268-2CDF0C0C471E}"/>
                </a:ext>
              </a:extLst>
            </p:cNvPr>
            <p:cNvSpPr/>
            <p:nvPr/>
          </p:nvSpPr>
          <p:spPr>
            <a:xfrm>
              <a:off x="9025128" y="4242816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dirty="0">
                  <a:solidFill>
                    <a:srgbClr val="C8D8E8"/>
                  </a:solidFill>
                </a:rPr>
                <a:t>Wheel Change</a:t>
              </a:r>
              <a:endParaRPr lang="en-US" sz="1133" dirty="0"/>
            </a:p>
          </p:txBody>
        </p:sp>
        <p:sp>
          <p:nvSpPr>
            <p:cNvPr id="308" name="Text 140">
              <a:extLst>
                <a:ext uri="{FF2B5EF4-FFF2-40B4-BE49-F238E27FC236}">
                  <a16:creationId xmlns:a16="http://schemas.microsoft.com/office/drawing/2014/main" id="{FFD597C9-BAC8-F7BC-95C7-988E851855A5}"/>
                </a:ext>
              </a:extLst>
            </p:cNvPr>
            <p:cNvSpPr/>
            <p:nvPr/>
          </p:nvSpPr>
          <p:spPr>
            <a:xfrm>
              <a:off x="10853928" y="4242816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133" b="1" dirty="0">
                  <a:solidFill>
                    <a:srgbClr val="FF6B6B"/>
                  </a:solidFill>
                </a:rPr>
                <a:t>14h</a:t>
              </a:r>
              <a:endParaRPr lang="en-US" sz="1133" dirty="0"/>
            </a:p>
          </p:txBody>
        </p:sp>
        <p:sp>
          <p:nvSpPr>
            <p:cNvPr id="309" name="Shape 141">
              <a:extLst>
                <a:ext uri="{FF2B5EF4-FFF2-40B4-BE49-F238E27FC236}">
                  <a16:creationId xmlns:a16="http://schemas.microsoft.com/office/drawing/2014/main" id="{36F20B2A-4EA7-6000-275D-4257341EA8F6}"/>
                </a:ext>
              </a:extLst>
            </p:cNvPr>
            <p:cNvSpPr/>
            <p:nvPr/>
          </p:nvSpPr>
          <p:spPr>
            <a:xfrm>
              <a:off x="8933688" y="4572000"/>
              <a:ext cx="54864" cy="164592"/>
            </a:xfrm>
            <a:prstGeom prst="rect">
              <a:avLst/>
            </a:prstGeom>
            <a:solidFill>
              <a:srgbClr val="26C6DA"/>
            </a:solidFill>
            <a:ln w="12700">
              <a:solidFill>
                <a:srgbClr val="26C6DA"/>
              </a:solidFill>
              <a:prstDash val="solid"/>
            </a:ln>
          </p:spPr>
        </p:sp>
        <p:sp>
          <p:nvSpPr>
            <p:cNvPr id="310" name="Text 142">
              <a:extLst>
                <a:ext uri="{FF2B5EF4-FFF2-40B4-BE49-F238E27FC236}">
                  <a16:creationId xmlns:a16="http://schemas.microsoft.com/office/drawing/2014/main" id="{D2F87EBA-1F6A-2AC0-C202-C41BA31F2D22}"/>
                </a:ext>
              </a:extLst>
            </p:cNvPr>
            <p:cNvSpPr/>
            <p:nvPr/>
          </p:nvSpPr>
          <p:spPr>
            <a:xfrm>
              <a:off x="9025128" y="4535424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dirty="0">
                  <a:solidFill>
                    <a:srgbClr val="C8D8E8"/>
                  </a:solidFill>
                </a:rPr>
                <a:t>New Setting</a:t>
              </a:r>
              <a:endParaRPr lang="en-US" sz="1133" dirty="0"/>
            </a:p>
          </p:txBody>
        </p:sp>
        <p:sp>
          <p:nvSpPr>
            <p:cNvPr id="311" name="Text 143">
              <a:extLst>
                <a:ext uri="{FF2B5EF4-FFF2-40B4-BE49-F238E27FC236}">
                  <a16:creationId xmlns:a16="http://schemas.microsoft.com/office/drawing/2014/main" id="{1453F92F-0B1E-5184-78F5-32F05DFDB39D}"/>
                </a:ext>
              </a:extLst>
            </p:cNvPr>
            <p:cNvSpPr/>
            <p:nvPr/>
          </p:nvSpPr>
          <p:spPr>
            <a:xfrm>
              <a:off x="10853928" y="4535424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133" b="1" dirty="0">
                  <a:solidFill>
                    <a:srgbClr val="FF6B6B"/>
                  </a:solidFill>
                </a:rPr>
                <a:t>12h</a:t>
              </a:r>
              <a:endParaRPr lang="en-US" sz="1133" dirty="0"/>
            </a:p>
          </p:txBody>
        </p:sp>
        <p:sp>
          <p:nvSpPr>
            <p:cNvPr id="312" name="Shape 144">
              <a:extLst>
                <a:ext uri="{FF2B5EF4-FFF2-40B4-BE49-F238E27FC236}">
                  <a16:creationId xmlns:a16="http://schemas.microsoft.com/office/drawing/2014/main" id="{AF2B2A14-1FB7-C571-C1E4-EEA7CD6F0A23}"/>
                </a:ext>
              </a:extLst>
            </p:cNvPr>
            <p:cNvSpPr/>
            <p:nvPr/>
          </p:nvSpPr>
          <p:spPr>
            <a:xfrm>
              <a:off x="8842248" y="5010912"/>
              <a:ext cx="2816352" cy="274320"/>
            </a:xfrm>
            <a:prstGeom prst="rect">
              <a:avLst/>
            </a:prstGeom>
            <a:solidFill>
              <a:srgbClr val="162030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313" name="Shape 145">
              <a:extLst>
                <a:ext uri="{FF2B5EF4-FFF2-40B4-BE49-F238E27FC236}">
                  <a16:creationId xmlns:a16="http://schemas.microsoft.com/office/drawing/2014/main" id="{D5AFE6F2-0696-5CC2-AD03-67902947AA9D}"/>
                </a:ext>
              </a:extLst>
            </p:cNvPr>
            <p:cNvSpPr/>
            <p:nvPr/>
          </p:nvSpPr>
          <p:spPr>
            <a:xfrm>
              <a:off x="8842248" y="5010912"/>
              <a:ext cx="1548994" cy="45720"/>
            </a:xfrm>
            <a:prstGeom prst="rect">
              <a:avLst/>
            </a:prstGeom>
            <a:solidFill>
              <a:srgbClr val="66BB6A"/>
            </a:solidFill>
            <a:ln w="12700">
              <a:solidFill>
                <a:srgbClr val="66BB6A"/>
              </a:solidFill>
              <a:prstDash val="solid"/>
            </a:ln>
          </p:spPr>
        </p:sp>
        <p:sp>
          <p:nvSpPr>
            <p:cNvPr id="314" name="Text 146">
              <a:extLst>
                <a:ext uri="{FF2B5EF4-FFF2-40B4-BE49-F238E27FC236}">
                  <a16:creationId xmlns:a16="http://schemas.microsoft.com/office/drawing/2014/main" id="{9D9185E6-2AAE-DED7-25E7-6531F8F6EA5E}"/>
                </a:ext>
              </a:extLst>
            </p:cNvPr>
            <p:cNvSpPr/>
            <p:nvPr/>
          </p:nvSpPr>
          <p:spPr>
            <a:xfrm>
              <a:off x="8915400" y="5029200"/>
              <a:ext cx="267004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33" i="1" dirty="0">
                  <a:solidFill>
                    <a:srgbClr val="8AABB8"/>
                  </a:solidFill>
                </a:rPr>
                <a:t>Top: 20% from "Wheel Change"</a:t>
              </a:r>
              <a:endParaRPr lang="en-US" sz="933" dirty="0"/>
            </a:p>
          </p:txBody>
        </p:sp>
      </p:grpSp>
      <p:sp>
        <p:nvSpPr>
          <p:cNvPr id="315" name="TextBox 314">
            <a:extLst>
              <a:ext uri="{FF2B5EF4-FFF2-40B4-BE49-F238E27FC236}">
                <a16:creationId xmlns:a16="http://schemas.microsoft.com/office/drawing/2014/main" id="{7A02AC59-D729-8983-0A39-FF4B47EC6FE7}"/>
              </a:ext>
            </a:extLst>
          </p:cNvPr>
          <p:cNvSpPr txBox="1"/>
          <p:nvPr/>
        </p:nvSpPr>
        <p:spPr>
          <a:xfrm>
            <a:off x="6769580" y="290053"/>
            <a:ext cx="2263568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67" dirty="0"/>
              <a:t>Total: 2,510 | 12 M/C</a:t>
            </a:r>
            <a:endParaRPr lang="en-IN" sz="1867" dirty="0"/>
          </a:p>
        </p:txBody>
      </p:sp>
      <p:sp>
        <p:nvSpPr>
          <p:cNvPr id="316" name="Shape 159">
            <a:extLst>
              <a:ext uri="{FF2B5EF4-FFF2-40B4-BE49-F238E27FC236}">
                <a16:creationId xmlns:a16="http://schemas.microsoft.com/office/drawing/2014/main" id="{B079F4B2-A216-C8CC-B11F-3E7DD9001EAF}"/>
              </a:ext>
            </a:extLst>
          </p:cNvPr>
          <p:cNvSpPr/>
          <p:nvPr/>
        </p:nvSpPr>
        <p:spPr>
          <a:xfrm>
            <a:off x="258619" y="6384176"/>
            <a:ext cx="182880" cy="182880"/>
          </a:xfrm>
          <a:prstGeom prst="rect">
            <a:avLst/>
          </a:prstGeom>
          <a:solidFill>
            <a:srgbClr val="E03B3B"/>
          </a:solidFill>
          <a:ln w="12700">
            <a:solidFill>
              <a:srgbClr val="E03B3B"/>
            </a:solidFill>
            <a:prstDash val="solid"/>
          </a:ln>
        </p:spPr>
      </p:sp>
      <p:sp>
        <p:nvSpPr>
          <p:cNvPr id="317" name="Text 160">
            <a:extLst>
              <a:ext uri="{FF2B5EF4-FFF2-40B4-BE49-F238E27FC236}">
                <a16:creationId xmlns:a16="http://schemas.microsoft.com/office/drawing/2014/main" id="{CC9A9041-48A2-F93B-917A-16259C410178}"/>
              </a:ext>
            </a:extLst>
          </p:cNvPr>
          <p:cNvSpPr/>
          <p:nvPr/>
        </p:nvSpPr>
        <p:spPr>
          <a:xfrm>
            <a:off x="502459" y="6359792"/>
            <a:ext cx="268224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&gt;250 hrs — Critical</a:t>
            </a:r>
            <a:endParaRPr lang="en-US" sz="1133" dirty="0"/>
          </a:p>
        </p:txBody>
      </p:sp>
      <p:sp>
        <p:nvSpPr>
          <p:cNvPr id="318" name="Shape 161">
            <a:extLst>
              <a:ext uri="{FF2B5EF4-FFF2-40B4-BE49-F238E27FC236}">
                <a16:creationId xmlns:a16="http://schemas.microsoft.com/office/drawing/2014/main" id="{FCC2D00B-3F3F-0FB4-7FD9-D378FB277DEB}"/>
              </a:ext>
            </a:extLst>
          </p:cNvPr>
          <p:cNvSpPr/>
          <p:nvPr/>
        </p:nvSpPr>
        <p:spPr>
          <a:xfrm>
            <a:off x="3282235" y="6384176"/>
            <a:ext cx="18288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9" name="Text 162">
            <a:extLst>
              <a:ext uri="{FF2B5EF4-FFF2-40B4-BE49-F238E27FC236}">
                <a16:creationId xmlns:a16="http://schemas.microsoft.com/office/drawing/2014/main" id="{6D6A9E21-0CEA-BC2E-CF3A-6FF2A5E5F0FE}"/>
              </a:ext>
            </a:extLst>
          </p:cNvPr>
          <p:cNvSpPr/>
          <p:nvPr/>
        </p:nvSpPr>
        <p:spPr>
          <a:xfrm>
            <a:off x="3526075" y="6359792"/>
            <a:ext cx="268224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150–250 hrs — High</a:t>
            </a:r>
            <a:endParaRPr lang="en-US" sz="1133" dirty="0"/>
          </a:p>
        </p:txBody>
      </p:sp>
      <p:sp>
        <p:nvSpPr>
          <p:cNvPr id="320" name="Shape 163">
            <a:extLst>
              <a:ext uri="{FF2B5EF4-FFF2-40B4-BE49-F238E27FC236}">
                <a16:creationId xmlns:a16="http://schemas.microsoft.com/office/drawing/2014/main" id="{77F6CD9F-4DCF-DE14-72FF-ABAC9591C60B}"/>
              </a:ext>
            </a:extLst>
          </p:cNvPr>
          <p:cNvSpPr/>
          <p:nvPr/>
        </p:nvSpPr>
        <p:spPr>
          <a:xfrm>
            <a:off x="6305851" y="6384176"/>
            <a:ext cx="18288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1" name="Text 164">
            <a:extLst>
              <a:ext uri="{FF2B5EF4-FFF2-40B4-BE49-F238E27FC236}">
                <a16:creationId xmlns:a16="http://schemas.microsoft.com/office/drawing/2014/main" id="{AF5DFBBC-25EF-9707-DDF5-6EA15A8DFFF9}"/>
              </a:ext>
            </a:extLst>
          </p:cNvPr>
          <p:cNvSpPr/>
          <p:nvPr/>
        </p:nvSpPr>
        <p:spPr>
          <a:xfrm>
            <a:off x="6549691" y="6359792"/>
            <a:ext cx="268224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80–150 hrs — Medium</a:t>
            </a:r>
            <a:endParaRPr lang="en-US" sz="1133" dirty="0"/>
          </a:p>
        </p:txBody>
      </p:sp>
      <p:sp>
        <p:nvSpPr>
          <p:cNvPr id="322" name="Shape 165">
            <a:extLst>
              <a:ext uri="{FF2B5EF4-FFF2-40B4-BE49-F238E27FC236}">
                <a16:creationId xmlns:a16="http://schemas.microsoft.com/office/drawing/2014/main" id="{A94DADE4-B094-2B16-E891-9CE17A1D25D8}"/>
              </a:ext>
            </a:extLst>
          </p:cNvPr>
          <p:cNvSpPr/>
          <p:nvPr/>
        </p:nvSpPr>
        <p:spPr>
          <a:xfrm>
            <a:off x="9329467" y="6384176"/>
            <a:ext cx="18288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3" name="Text 166">
            <a:extLst>
              <a:ext uri="{FF2B5EF4-FFF2-40B4-BE49-F238E27FC236}">
                <a16:creationId xmlns:a16="http://schemas.microsoft.com/office/drawing/2014/main" id="{B8BA95E2-7042-C7B4-E1E0-B9F881745738}"/>
              </a:ext>
            </a:extLst>
          </p:cNvPr>
          <p:cNvSpPr/>
          <p:nvPr/>
        </p:nvSpPr>
        <p:spPr>
          <a:xfrm>
            <a:off x="9573307" y="6376416"/>
            <a:ext cx="1155653" cy="227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&lt;80 hrs — Low</a:t>
            </a:r>
            <a:endParaRPr lang="en-US" sz="1133" dirty="0"/>
          </a:p>
        </p:txBody>
      </p:sp>
      <p:pic>
        <p:nvPicPr>
          <p:cNvPr id="331" name="Graphic 330" descr="Ba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15D7E4B6-E1AE-3619-3E82-EEA774C932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59467" y="6156961"/>
            <a:ext cx="660148" cy="66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497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Shape 0">
            <a:hlinkClick r:id="rId3" action="ppaction://hlinksldjump"/>
            <a:extLst>
              <a:ext uri="{FF2B5EF4-FFF2-40B4-BE49-F238E27FC236}">
                <a16:creationId xmlns:a16="http://schemas.microsoft.com/office/drawing/2014/main" id="{494598CF-DA2D-DA32-86FF-8B21677D9390}"/>
              </a:ext>
            </a:extLst>
          </p:cNvPr>
          <p:cNvSpPr/>
          <p:nvPr/>
        </p:nvSpPr>
        <p:spPr>
          <a:xfrm>
            <a:off x="0" y="-42672"/>
            <a:ext cx="12192000" cy="914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1A2E5A"/>
            </a:solidFill>
            <a:prstDash val="solid"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</p:sp>
      <p:sp>
        <p:nvSpPr>
          <p:cNvPr id="3" name="Text 1"/>
          <p:cNvSpPr/>
          <p:nvPr/>
        </p:nvSpPr>
        <p:spPr>
          <a:xfrm>
            <a:off x="365760" y="146304"/>
            <a:ext cx="1146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IG Section — Complete Downtime Detail  (hours)  |  Feb 2026</a:t>
            </a:r>
            <a:endParaRPr lang="en-US" sz="2267" dirty="0"/>
          </a:p>
        </p:txBody>
      </p:sp>
      <p:sp>
        <p:nvSpPr>
          <p:cNvPr id="4" name="Shape 2"/>
          <p:cNvSpPr/>
          <p:nvPr/>
        </p:nvSpPr>
        <p:spPr>
          <a:xfrm>
            <a:off x="146304" y="976144"/>
            <a:ext cx="1682496" cy="390144"/>
          </a:xfrm>
          <a:prstGeom prst="rect">
            <a:avLst/>
          </a:prstGeom>
          <a:solidFill>
            <a:srgbClr val="1C1F2E"/>
          </a:solidFill>
          <a:ln w="12700">
            <a:solidFill>
              <a:srgbClr val="1C1F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0688" y="1024912"/>
            <a:ext cx="158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9BA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↓  M/c →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82496" y="976144"/>
            <a:ext cx="816864" cy="390144"/>
          </a:xfrm>
          <a:prstGeom prst="rect">
            <a:avLst/>
          </a:prstGeom>
          <a:solidFill>
            <a:srgbClr val="1C1F2E"/>
          </a:solidFill>
          <a:ln w="12700">
            <a:solidFill>
              <a:srgbClr val="1C1F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82496" y="102491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IG.19</a:t>
            </a:r>
            <a:endParaRPr lang="en-US" sz="1133" dirty="0"/>
          </a:p>
        </p:txBody>
      </p:sp>
      <p:sp>
        <p:nvSpPr>
          <p:cNvPr id="8" name="Shape 6"/>
          <p:cNvSpPr/>
          <p:nvPr/>
        </p:nvSpPr>
        <p:spPr>
          <a:xfrm>
            <a:off x="2499360" y="976144"/>
            <a:ext cx="816864" cy="390144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99360" y="102491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IG.17</a:t>
            </a:r>
            <a:endParaRPr lang="en-US" sz="1133" dirty="0"/>
          </a:p>
        </p:txBody>
      </p:sp>
      <p:sp>
        <p:nvSpPr>
          <p:cNvPr id="10" name="Shape 8"/>
          <p:cNvSpPr/>
          <p:nvPr/>
        </p:nvSpPr>
        <p:spPr>
          <a:xfrm>
            <a:off x="3316224" y="976144"/>
            <a:ext cx="816864" cy="390144"/>
          </a:xfrm>
          <a:prstGeom prst="rect">
            <a:avLst/>
          </a:prstGeom>
          <a:solidFill>
            <a:srgbClr val="1C1F2E"/>
          </a:solidFill>
          <a:ln w="12700">
            <a:solidFill>
              <a:srgbClr val="1C1F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6224" y="102491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IG.20</a:t>
            </a:r>
            <a:endParaRPr lang="en-US" sz="1133" dirty="0"/>
          </a:p>
        </p:txBody>
      </p:sp>
      <p:sp>
        <p:nvSpPr>
          <p:cNvPr id="12" name="Shape 10"/>
          <p:cNvSpPr/>
          <p:nvPr/>
        </p:nvSpPr>
        <p:spPr>
          <a:xfrm>
            <a:off x="4133088" y="976144"/>
            <a:ext cx="816864" cy="390144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33088" y="102491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IG.11</a:t>
            </a:r>
            <a:endParaRPr lang="en-US" sz="1133" dirty="0"/>
          </a:p>
        </p:txBody>
      </p:sp>
      <p:sp>
        <p:nvSpPr>
          <p:cNvPr id="14" name="Shape 12"/>
          <p:cNvSpPr/>
          <p:nvPr/>
        </p:nvSpPr>
        <p:spPr>
          <a:xfrm>
            <a:off x="4949952" y="976144"/>
            <a:ext cx="816864" cy="390144"/>
          </a:xfrm>
          <a:prstGeom prst="rect">
            <a:avLst/>
          </a:prstGeom>
          <a:solidFill>
            <a:srgbClr val="1C1F2E"/>
          </a:solidFill>
          <a:ln w="12700">
            <a:solidFill>
              <a:srgbClr val="1C1F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49952" y="102491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IG.12</a:t>
            </a:r>
            <a:endParaRPr lang="en-US" sz="1133" dirty="0"/>
          </a:p>
        </p:txBody>
      </p:sp>
      <p:sp>
        <p:nvSpPr>
          <p:cNvPr id="16" name="Shape 14"/>
          <p:cNvSpPr/>
          <p:nvPr/>
        </p:nvSpPr>
        <p:spPr>
          <a:xfrm>
            <a:off x="5766816" y="976144"/>
            <a:ext cx="816864" cy="390144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6816" y="102491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IG.13</a:t>
            </a:r>
            <a:endParaRPr lang="en-US" sz="1133" dirty="0"/>
          </a:p>
        </p:txBody>
      </p:sp>
      <p:sp>
        <p:nvSpPr>
          <p:cNvPr id="18" name="Shape 16"/>
          <p:cNvSpPr/>
          <p:nvPr/>
        </p:nvSpPr>
        <p:spPr>
          <a:xfrm>
            <a:off x="6583680" y="976144"/>
            <a:ext cx="816864" cy="390144"/>
          </a:xfrm>
          <a:prstGeom prst="rect">
            <a:avLst/>
          </a:prstGeom>
          <a:solidFill>
            <a:srgbClr val="1C1F2E"/>
          </a:solidFill>
          <a:ln w="12700">
            <a:solidFill>
              <a:srgbClr val="1C1F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02491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IG.18</a:t>
            </a:r>
            <a:endParaRPr lang="en-US" sz="1133" dirty="0"/>
          </a:p>
        </p:txBody>
      </p:sp>
      <p:sp>
        <p:nvSpPr>
          <p:cNvPr id="20" name="Shape 18"/>
          <p:cNvSpPr/>
          <p:nvPr/>
        </p:nvSpPr>
        <p:spPr>
          <a:xfrm>
            <a:off x="7400544" y="976144"/>
            <a:ext cx="816864" cy="390144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0544" y="102491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IG.04</a:t>
            </a:r>
            <a:endParaRPr lang="en-US" sz="1133" dirty="0"/>
          </a:p>
        </p:txBody>
      </p:sp>
      <p:sp>
        <p:nvSpPr>
          <p:cNvPr id="22" name="Shape 20"/>
          <p:cNvSpPr/>
          <p:nvPr/>
        </p:nvSpPr>
        <p:spPr>
          <a:xfrm>
            <a:off x="8217408" y="976144"/>
            <a:ext cx="816864" cy="390144"/>
          </a:xfrm>
          <a:prstGeom prst="rect">
            <a:avLst/>
          </a:prstGeom>
          <a:solidFill>
            <a:srgbClr val="1C1F2E"/>
          </a:solidFill>
          <a:ln w="12700">
            <a:solidFill>
              <a:srgbClr val="1C1F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17408" y="102491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IG.14</a:t>
            </a:r>
            <a:endParaRPr lang="en-US" sz="1133" dirty="0"/>
          </a:p>
        </p:txBody>
      </p:sp>
      <p:sp>
        <p:nvSpPr>
          <p:cNvPr id="24" name="Shape 22"/>
          <p:cNvSpPr/>
          <p:nvPr/>
        </p:nvSpPr>
        <p:spPr>
          <a:xfrm>
            <a:off x="9034272" y="976144"/>
            <a:ext cx="816864" cy="390144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34272" y="102491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IG.01</a:t>
            </a:r>
            <a:endParaRPr lang="en-US" sz="1133" dirty="0"/>
          </a:p>
        </p:txBody>
      </p:sp>
      <p:sp>
        <p:nvSpPr>
          <p:cNvPr id="26" name="Shape 24"/>
          <p:cNvSpPr/>
          <p:nvPr/>
        </p:nvSpPr>
        <p:spPr>
          <a:xfrm>
            <a:off x="9851136" y="976144"/>
            <a:ext cx="816864" cy="390144"/>
          </a:xfrm>
          <a:prstGeom prst="rect">
            <a:avLst/>
          </a:prstGeom>
          <a:solidFill>
            <a:srgbClr val="1C1F2E"/>
          </a:solidFill>
          <a:ln w="12700">
            <a:solidFill>
              <a:srgbClr val="1C1F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51136" y="102491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IG.15</a:t>
            </a:r>
            <a:endParaRPr lang="en-US" sz="1133" dirty="0"/>
          </a:p>
        </p:txBody>
      </p:sp>
      <p:sp>
        <p:nvSpPr>
          <p:cNvPr id="28" name="Shape 26"/>
          <p:cNvSpPr/>
          <p:nvPr/>
        </p:nvSpPr>
        <p:spPr>
          <a:xfrm>
            <a:off x="10668000" y="976144"/>
            <a:ext cx="816864" cy="390144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68000" y="102491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IG.16</a:t>
            </a:r>
            <a:endParaRPr lang="en-US" sz="1133" dirty="0"/>
          </a:p>
        </p:txBody>
      </p:sp>
      <p:sp>
        <p:nvSpPr>
          <p:cNvPr id="30" name="Shape 28"/>
          <p:cNvSpPr/>
          <p:nvPr/>
        </p:nvSpPr>
        <p:spPr>
          <a:xfrm>
            <a:off x="146304" y="1366288"/>
            <a:ext cx="1682496" cy="3718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5072" y="1439440"/>
            <a:ext cx="1560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Operator</a:t>
            </a:r>
            <a:endParaRPr lang="en-US" sz="1133" dirty="0"/>
          </a:p>
        </p:txBody>
      </p:sp>
      <p:sp>
        <p:nvSpPr>
          <p:cNvPr id="32" name="Shape 30"/>
          <p:cNvSpPr/>
          <p:nvPr/>
        </p:nvSpPr>
        <p:spPr>
          <a:xfrm>
            <a:off x="1682496" y="1366288"/>
            <a:ext cx="816864" cy="371856"/>
          </a:xfrm>
          <a:prstGeom prst="rect">
            <a:avLst/>
          </a:prstGeom>
          <a:solidFill>
            <a:srgbClr val="FDEAE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82496" y="145163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191.3</a:t>
            </a:r>
            <a:endParaRPr lang="en-US" sz="1133" dirty="0"/>
          </a:p>
        </p:txBody>
      </p:sp>
      <p:sp>
        <p:nvSpPr>
          <p:cNvPr id="34" name="Shape 32"/>
          <p:cNvSpPr/>
          <p:nvPr/>
        </p:nvSpPr>
        <p:spPr>
          <a:xfrm>
            <a:off x="2499360" y="1366288"/>
            <a:ext cx="816864" cy="371856"/>
          </a:xfrm>
          <a:prstGeom prst="rect">
            <a:avLst/>
          </a:prstGeom>
          <a:solidFill>
            <a:srgbClr val="FDEAE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99360" y="145163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179.2</a:t>
            </a:r>
            <a:endParaRPr lang="en-US" sz="1133" dirty="0"/>
          </a:p>
        </p:txBody>
      </p:sp>
      <p:sp>
        <p:nvSpPr>
          <p:cNvPr id="36" name="Shape 34"/>
          <p:cNvSpPr/>
          <p:nvPr/>
        </p:nvSpPr>
        <p:spPr>
          <a:xfrm>
            <a:off x="3316224" y="1366288"/>
            <a:ext cx="816864" cy="371856"/>
          </a:xfrm>
          <a:prstGeom prst="rect">
            <a:avLst/>
          </a:prstGeom>
          <a:solidFill>
            <a:srgbClr val="FDEAE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6224" y="145163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179.6</a:t>
            </a:r>
            <a:endParaRPr lang="en-US" sz="1133" dirty="0"/>
          </a:p>
        </p:txBody>
      </p:sp>
      <p:sp>
        <p:nvSpPr>
          <p:cNvPr id="38" name="Shape 36"/>
          <p:cNvSpPr/>
          <p:nvPr/>
        </p:nvSpPr>
        <p:spPr>
          <a:xfrm>
            <a:off x="4133088" y="1366288"/>
            <a:ext cx="816864" cy="371856"/>
          </a:xfrm>
          <a:prstGeom prst="rect">
            <a:avLst/>
          </a:prstGeom>
          <a:solidFill>
            <a:srgbClr val="FDEAE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33088" y="145163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164.8</a:t>
            </a:r>
            <a:endParaRPr lang="en-US" sz="1133" dirty="0"/>
          </a:p>
        </p:txBody>
      </p:sp>
      <p:sp>
        <p:nvSpPr>
          <p:cNvPr id="40" name="Shape 38"/>
          <p:cNvSpPr/>
          <p:nvPr/>
        </p:nvSpPr>
        <p:spPr>
          <a:xfrm>
            <a:off x="4949952" y="1366288"/>
            <a:ext cx="816864" cy="371856"/>
          </a:xfrm>
          <a:prstGeom prst="rect">
            <a:avLst/>
          </a:prstGeom>
          <a:solidFill>
            <a:srgbClr val="FEF3D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49952" y="145163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75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65.5</a:t>
            </a:r>
            <a:endParaRPr lang="en-US" sz="1133" dirty="0"/>
          </a:p>
        </p:txBody>
      </p:sp>
      <p:sp>
        <p:nvSpPr>
          <p:cNvPr id="42" name="Shape 40"/>
          <p:cNvSpPr/>
          <p:nvPr/>
        </p:nvSpPr>
        <p:spPr>
          <a:xfrm>
            <a:off x="5766816" y="1366288"/>
            <a:ext cx="816864" cy="371856"/>
          </a:xfrm>
          <a:prstGeom prst="rect">
            <a:avLst/>
          </a:prstGeom>
          <a:solidFill>
            <a:srgbClr val="FEF3D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6816" y="145163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75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95.7</a:t>
            </a:r>
            <a:endParaRPr lang="en-US" sz="1133" dirty="0"/>
          </a:p>
        </p:txBody>
      </p:sp>
      <p:sp>
        <p:nvSpPr>
          <p:cNvPr id="44" name="Shape 42"/>
          <p:cNvSpPr/>
          <p:nvPr/>
        </p:nvSpPr>
        <p:spPr>
          <a:xfrm>
            <a:off x="6583680" y="1366288"/>
            <a:ext cx="816864" cy="371856"/>
          </a:xfrm>
          <a:prstGeom prst="rect">
            <a:avLst/>
          </a:prstGeom>
          <a:solidFill>
            <a:srgbClr val="FDEAE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145163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123.5</a:t>
            </a:r>
            <a:endParaRPr lang="en-US" sz="1133" dirty="0"/>
          </a:p>
        </p:txBody>
      </p:sp>
      <p:sp>
        <p:nvSpPr>
          <p:cNvPr id="46" name="Shape 44"/>
          <p:cNvSpPr/>
          <p:nvPr/>
        </p:nvSpPr>
        <p:spPr>
          <a:xfrm>
            <a:off x="7400544" y="1366288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00544" y="145163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19.6</a:t>
            </a:r>
            <a:endParaRPr lang="en-US" sz="1133" dirty="0"/>
          </a:p>
        </p:txBody>
      </p:sp>
      <p:sp>
        <p:nvSpPr>
          <p:cNvPr id="48" name="Shape 46"/>
          <p:cNvSpPr/>
          <p:nvPr/>
        </p:nvSpPr>
        <p:spPr>
          <a:xfrm>
            <a:off x="8217408" y="1366288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17408" y="145163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</a:t>
            </a:r>
            <a:endParaRPr lang="en-US" sz="1133" dirty="0"/>
          </a:p>
        </p:txBody>
      </p:sp>
      <p:sp>
        <p:nvSpPr>
          <p:cNvPr id="50" name="Shape 48"/>
          <p:cNvSpPr/>
          <p:nvPr/>
        </p:nvSpPr>
        <p:spPr>
          <a:xfrm>
            <a:off x="9034272" y="1366288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34272" y="145163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21.9</a:t>
            </a:r>
            <a:endParaRPr lang="en-US" sz="1133" dirty="0"/>
          </a:p>
        </p:txBody>
      </p:sp>
      <p:sp>
        <p:nvSpPr>
          <p:cNvPr id="52" name="Shape 50"/>
          <p:cNvSpPr/>
          <p:nvPr/>
        </p:nvSpPr>
        <p:spPr>
          <a:xfrm>
            <a:off x="9851136" y="1366288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851136" y="145163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</a:t>
            </a:r>
            <a:endParaRPr lang="en-US" sz="1133" dirty="0"/>
          </a:p>
        </p:txBody>
      </p:sp>
      <p:sp>
        <p:nvSpPr>
          <p:cNvPr id="54" name="Shape 52"/>
          <p:cNvSpPr/>
          <p:nvPr/>
        </p:nvSpPr>
        <p:spPr>
          <a:xfrm>
            <a:off x="10668000" y="1366288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668000" y="145163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</a:t>
            </a:r>
            <a:endParaRPr lang="en-US" sz="1133" dirty="0"/>
          </a:p>
        </p:txBody>
      </p:sp>
      <p:sp>
        <p:nvSpPr>
          <p:cNvPr id="56" name="Shape 54"/>
          <p:cNvSpPr/>
          <p:nvPr/>
        </p:nvSpPr>
        <p:spPr>
          <a:xfrm>
            <a:off x="146304" y="1738144"/>
            <a:ext cx="1682496" cy="3718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5072" y="1811296"/>
            <a:ext cx="1560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Plan</a:t>
            </a:r>
            <a:endParaRPr lang="en-US" sz="1133" dirty="0"/>
          </a:p>
        </p:txBody>
      </p:sp>
      <p:sp>
        <p:nvSpPr>
          <p:cNvPr id="58" name="Shape 56"/>
          <p:cNvSpPr/>
          <p:nvPr/>
        </p:nvSpPr>
        <p:spPr>
          <a:xfrm>
            <a:off x="1682496" y="1738144"/>
            <a:ext cx="816864" cy="371856"/>
          </a:xfrm>
          <a:prstGeom prst="rect">
            <a:avLst/>
          </a:prstGeom>
          <a:solidFill>
            <a:srgbClr val="FEF3D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682496" y="182348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75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96.0</a:t>
            </a:r>
            <a:endParaRPr lang="en-US" sz="1133" dirty="0"/>
          </a:p>
        </p:txBody>
      </p:sp>
      <p:sp>
        <p:nvSpPr>
          <p:cNvPr id="60" name="Shape 58"/>
          <p:cNvSpPr/>
          <p:nvPr/>
        </p:nvSpPr>
        <p:spPr>
          <a:xfrm>
            <a:off x="2499360" y="1738144"/>
            <a:ext cx="816864" cy="371856"/>
          </a:xfrm>
          <a:prstGeom prst="rect">
            <a:avLst/>
          </a:prstGeom>
          <a:solidFill>
            <a:srgbClr val="FEF3D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499360" y="182348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75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56.0</a:t>
            </a:r>
            <a:endParaRPr lang="en-US" sz="1133" dirty="0"/>
          </a:p>
        </p:txBody>
      </p:sp>
      <p:sp>
        <p:nvSpPr>
          <p:cNvPr id="62" name="Shape 60"/>
          <p:cNvSpPr/>
          <p:nvPr/>
        </p:nvSpPr>
        <p:spPr>
          <a:xfrm>
            <a:off x="3316224" y="1738144"/>
            <a:ext cx="816864" cy="371856"/>
          </a:xfrm>
          <a:prstGeom prst="rect">
            <a:avLst/>
          </a:prstGeom>
          <a:solidFill>
            <a:srgbClr val="FEF3D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16224" y="182348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75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</a:t>
            </a:r>
            <a:endParaRPr lang="en-US" sz="1133" dirty="0"/>
          </a:p>
        </p:txBody>
      </p:sp>
      <p:sp>
        <p:nvSpPr>
          <p:cNvPr id="64" name="Shape 62"/>
          <p:cNvSpPr/>
          <p:nvPr/>
        </p:nvSpPr>
        <p:spPr>
          <a:xfrm>
            <a:off x="4133088" y="1738144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33088" y="182348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40.0</a:t>
            </a:r>
            <a:endParaRPr lang="en-US" sz="1133" dirty="0"/>
          </a:p>
        </p:txBody>
      </p:sp>
      <p:sp>
        <p:nvSpPr>
          <p:cNvPr id="66" name="Shape 64"/>
          <p:cNvSpPr/>
          <p:nvPr/>
        </p:nvSpPr>
        <p:spPr>
          <a:xfrm>
            <a:off x="4949952" y="1738144"/>
            <a:ext cx="816864" cy="371856"/>
          </a:xfrm>
          <a:prstGeom prst="rect">
            <a:avLst/>
          </a:prstGeom>
          <a:solidFill>
            <a:srgbClr val="FDEAE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949952" y="182348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144.0</a:t>
            </a:r>
            <a:endParaRPr lang="en-US" sz="1133" dirty="0"/>
          </a:p>
        </p:txBody>
      </p:sp>
      <p:sp>
        <p:nvSpPr>
          <p:cNvPr id="68" name="Shape 66"/>
          <p:cNvSpPr/>
          <p:nvPr/>
        </p:nvSpPr>
        <p:spPr>
          <a:xfrm>
            <a:off x="5766816" y="1738144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766816" y="182348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16.2</a:t>
            </a:r>
            <a:endParaRPr lang="en-US" sz="1133" dirty="0"/>
          </a:p>
        </p:txBody>
      </p:sp>
      <p:sp>
        <p:nvSpPr>
          <p:cNvPr id="70" name="Shape 68"/>
          <p:cNvSpPr/>
          <p:nvPr/>
        </p:nvSpPr>
        <p:spPr>
          <a:xfrm>
            <a:off x="6583680" y="1738144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83680" y="182348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72" name="Shape 70"/>
          <p:cNvSpPr/>
          <p:nvPr/>
        </p:nvSpPr>
        <p:spPr>
          <a:xfrm>
            <a:off x="7400544" y="1738144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00544" y="182348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74" name="Shape 72"/>
          <p:cNvSpPr/>
          <p:nvPr/>
        </p:nvSpPr>
        <p:spPr>
          <a:xfrm>
            <a:off x="8217408" y="1738144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217408" y="182348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76" name="Shape 74"/>
          <p:cNvSpPr/>
          <p:nvPr/>
        </p:nvSpPr>
        <p:spPr>
          <a:xfrm>
            <a:off x="9034272" y="1738144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034272" y="182348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78" name="Shape 76"/>
          <p:cNvSpPr/>
          <p:nvPr/>
        </p:nvSpPr>
        <p:spPr>
          <a:xfrm>
            <a:off x="9851136" y="1738144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851136" y="182348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80" name="Shape 78"/>
          <p:cNvSpPr/>
          <p:nvPr/>
        </p:nvSpPr>
        <p:spPr>
          <a:xfrm>
            <a:off x="10668000" y="1738144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668000" y="182348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82" name="Shape 80"/>
          <p:cNvSpPr/>
          <p:nvPr/>
        </p:nvSpPr>
        <p:spPr>
          <a:xfrm>
            <a:off x="146304" y="2110000"/>
            <a:ext cx="1682496" cy="3718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95072" y="2183152"/>
            <a:ext cx="1560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Material (Ext)</a:t>
            </a:r>
            <a:endParaRPr lang="en-US" sz="1133" dirty="0"/>
          </a:p>
        </p:txBody>
      </p:sp>
      <p:sp>
        <p:nvSpPr>
          <p:cNvPr id="84" name="Shape 82"/>
          <p:cNvSpPr/>
          <p:nvPr/>
        </p:nvSpPr>
        <p:spPr>
          <a:xfrm>
            <a:off x="1682496" y="2110000"/>
            <a:ext cx="816864" cy="371856"/>
          </a:xfrm>
          <a:prstGeom prst="rect">
            <a:avLst/>
          </a:prstGeom>
          <a:solidFill>
            <a:srgbClr val="FEF3D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682496" y="219534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75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56.0</a:t>
            </a:r>
            <a:endParaRPr lang="en-US" sz="1133" dirty="0"/>
          </a:p>
        </p:txBody>
      </p:sp>
      <p:sp>
        <p:nvSpPr>
          <p:cNvPr id="86" name="Shape 84"/>
          <p:cNvSpPr/>
          <p:nvPr/>
        </p:nvSpPr>
        <p:spPr>
          <a:xfrm>
            <a:off x="2499360" y="2110000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499360" y="219534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88" name="Shape 86"/>
          <p:cNvSpPr/>
          <p:nvPr/>
        </p:nvSpPr>
        <p:spPr>
          <a:xfrm>
            <a:off x="3316224" y="2110000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316224" y="219534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</a:t>
            </a:r>
            <a:endParaRPr lang="en-US" sz="1133" dirty="0"/>
          </a:p>
        </p:txBody>
      </p:sp>
      <p:sp>
        <p:nvSpPr>
          <p:cNvPr id="90" name="Shape 88"/>
          <p:cNvSpPr/>
          <p:nvPr/>
        </p:nvSpPr>
        <p:spPr>
          <a:xfrm>
            <a:off x="4133088" y="2110000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133088" y="219534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92" name="Shape 90"/>
          <p:cNvSpPr/>
          <p:nvPr/>
        </p:nvSpPr>
        <p:spPr>
          <a:xfrm>
            <a:off x="4949952" y="2110000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949952" y="219534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</a:t>
            </a:r>
            <a:endParaRPr lang="en-US" sz="1133" dirty="0"/>
          </a:p>
        </p:txBody>
      </p:sp>
      <p:sp>
        <p:nvSpPr>
          <p:cNvPr id="94" name="Shape 92"/>
          <p:cNvSpPr/>
          <p:nvPr/>
        </p:nvSpPr>
        <p:spPr>
          <a:xfrm>
            <a:off x="5766816" y="2110000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766816" y="219534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96" name="Shape 94"/>
          <p:cNvSpPr/>
          <p:nvPr/>
        </p:nvSpPr>
        <p:spPr>
          <a:xfrm>
            <a:off x="6583680" y="2110000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583680" y="219534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98" name="Shape 96"/>
          <p:cNvSpPr/>
          <p:nvPr/>
        </p:nvSpPr>
        <p:spPr>
          <a:xfrm>
            <a:off x="7400544" y="2110000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400544" y="219534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</a:t>
            </a:r>
            <a:endParaRPr lang="en-US" sz="1133" dirty="0"/>
          </a:p>
        </p:txBody>
      </p:sp>
      <p:sp>
        <p:nvSpPr>
          <p:cNvPr id="100" name="Shape 98"/>
          <p:cNvSpPr/>
          <p:nvPr/>
        </p:nvSpPr>
        <p:spPr>
          <a:xfrm>
            <a:off x="8217408" y="2110000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217408" y="219534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40.0</a:t>
            </a:r>
            <a:endParaRPr lang="en-US" sz="1133" dirty="0"/>
          </a:p>
        </p:txBody>
      </p:sp>
      <p:sp>
        <p:nvSpPr>
          <p:cNvPr id="102" name="Shape 100"/>
          <p:cNvSpPr/>
          <p:nvPr/>
        </p:nvSpPr>
        <p:spPr>
          <a:xfrm>
            <a:off x="9034272" y="2110000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034272" y="219534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32.0</a:t>
            </a:r>
            <a:endParaRPr lang="en-US" sz="1133" dirty="0"/>
          </a:p>
        </p:txBody>
      </p:sp>
      <p:sp>
        <p:nvSpPr>
          <p:cNvPr id="104" name="Shape 102"/>
          <p:cNvSpPr/>
          <p:nvPr/>
        </p:nvSpPr>
        <p:spPr>
          <a:xfrm>
            <a:off x="9851136" y="2110000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851136" y="219534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106" name="Shape 104"/>
          <p:cNvSpPr/>
          <p:nvPr/>
        </p:nvSpPr>
        <p:spPr>
          <a:xfrm>
            <a:off x="10668000" y="2110000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0668000" y="219534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</a:t>
            </a:r>
            <a:endParaRPr lang="en-US" sz="1133" dirty="0"/>
          </a:p>
        </p:txBody>
      </p:sp>
      <p:sp>
        <p:nvSpPr>
          <p:cNvPr id="108" name="Shape 106"/>
          <p:cNvSpPr/>
          <p:nvPr/>
        </p:nvSpPr>
        <p:spPr>
          <a:xfrm>
            <a:off x="146304" y="2481856"/>
            <a:ext cx="1682496" cy="3718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95072" y="2555008"/>
            <a:ext cx="1560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Change</a:t>
            </a:r>
            <a:endParaRPr lang="en-US" sz="1133" dirty="0"/>
          </a:p>
        </p:txBody>
      </p:sp>
      <p:sp>
        <p:nvSpPr>
          <p:cNvPr id="110" name="Shape 108"/>
          <p:cNvSpPr/>
          <p:nvPr/>
        </p:nvSpPr>
        <p:spPr>
          <a:xfrm>
            <a:off x="1682496" y="2481856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682496" y="256720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133" dirty="0"/>
          </a:p>
        </p:txBody>
      </p:sp>
      <p:sp>
        <p:nvSpPr>
          <p:cNvPr id="112" name="Shape 110"/>
          <p:cNvSpPr/>
          <p:nvPr/>
        </p:nvSpPr>
        <p:spPr>
          <a:xfrm>
            <a:off x="2499360" y="2481856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2499360" y="256720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</a:t>
            </a:r>
            <a:endParaRPr lang="en-US" sz="1133" dirty="0"/>
          </a:p>
        </p:txBody>
      </p:sp>
      <p:sp>
        <p:nvSpPr>
          <p:cNvPr id="114" name="Shape 112"/>
          <p:cNvSpPr/>
          <p:nvPr/>
        </p:nvSpPr>
        <p:spPr>
          <a:xfrm>
            <a:off x="3316224" y="2481856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316224" y="256720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133" dirty="0"/>
          </a:p>
        </p:txBody>
      </p:sp>
      <p:sp>
        <p:nvSpPr>
          <p:cNvPr id="116" name="Shape 114"/>
          <p:cNvSpPr/>
          <p:nvPr/>
        </p:nvSpPr>
        <p:spPr>
          <a:xfrm>
            <a:off x="4133088" y="2481856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133088" y="256720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</a:t>
            </a:r>
            <a:endParaRPr lang="en-US" sz="1133" dirty="0"/>
          </a:p>
        </p:txBody>
      </p:sp>
      <p:sp>
        <p:nvSpPr>
          <p:cNvPr id="118" name="Shape 116"/>
          <p:cNvSpPr/>
          <p:nvPr/>
        </p:nvSpPr>
        <p:spPr>
          <a:xfrm>
            <a:off x="4949952" y="2481856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949952" y="256720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</a:t>
            </a:r>
            <a:endParaRPr lang="en-US" sz="1133" dirty="0"/>
          </a:p>
        </p:txBody>
      </p:sp>
      <p:sp>
        <p:nvSpPr>
          <p:cNvPr id="120" name="Shape 118"/>
          <p:cNvSpPr/>
          <p:nvPr/>
        </p:nvSpPr>
        <p:spPr>
          <a:xfrm>
            <a:off x="5766816" y="2481856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766816" y="256720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</a:t>
            </a:r>
            <a:endParaRPr lang="en-US" sz="1133" dirty="0"/>
          </a:p>
        </p:txBody>
      </p:sp>
      <p:sp>
        <p:nvSpPr>
          <p:cNvPr id="122" name="Shape 120"/>
          <p:cNvSpPr/>
          <p:nvPr/>
        </p:nvSpPr>
        <p:spPr>
          <a:xfrm>
            <a:off x="6583680" y="2481856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583680" y="256720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</a:t>
            </a:r>
            <a:endParaRPr lang="en-US" sz="1133" dirty="0"/>
          </a:p>
        </p:txBody>
      </p:sp>
      <p:sp>
        <p:nvSpPr>
          <p:cNvPr id="124" name="Shape 122"/>
          <p:cNvSpPr/>
          <p:nvPr/>
        </p:nvSpPr>
        <p:spPr>
          <a:xfrm>
            <a:off x="7400544" y="2481856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400544" y="256720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23.2</a:t>
            </a:r>
            <a:endParaRPr lang="en-US" sz="1133" dirty="0"/>
          </a:p>
        </p:txBody>
      </p:sp>
      <p:sp>
        <p:nvSpPr>
          <p:cNvPr id="126" name="Shape 124"/>
          <p:cNvSpPr/>
          <p:nvPr/>
        </p:nvSpPr>
        <p:spPr>
          <a:xfrm>
            <a:off x="8217408" y="2481856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217408" y="256720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</a:t>
            </a:r>
            <a:endParaRPr lang="en-US" sz="1133" dirty="0"/>
          </a:p>
        </p:txBody>
      </p:sp>
      <p:sp>
        <p:nvSpPr>
          <p:cNvPr id="128" name="Shape 126"/>
          <p:cNvSpPr/>
          <p:nvPr/>
        </p:nvSpPr>
        <p:spPr>
          <a:xfrm>
            <a:off x="9034272" y="2481856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9034272" y="256720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</a:t>
            </a:r>
            <a:endParaRPr lang="en-US" sz="1133" dirty="0"/>
          </a:p>
        </p:txBody>
      </p:sp>
      <p:sp>
        <p:nvSpPr>
          <p:cNvPr id="130" name="Shape 128"/>
          <p:cNvSpPr/>
          <p:nvPr/>
        </p:nvSpPr>
        <p:spPr>
          <a:xfrm>
            <a:off x="9851136" y="2481856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9851136" y="256720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</a:t>
            </a:r>
            <a:endParaRPr lang="en-US" sz="1133" dirty="0"/>
          </a:p>
        </p:txBody>
      </p:sp>
      <p:sp>
        <p:nvSpPr>
          <p:cNvPr id="132" name="Shape 130"/>
          <p:cNvSpPr/>
          <p:nvPr/>
        </p:nvSpPr>
        <p:spPr>
          <a:xfrm>
            <a:off x="10668000" y="2481856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0668000" y="256720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</a:t>
            </a:r>
            <a:endParaRPr lang="en-US" sz="1133" dirty="0"/>
          </a:p>
        </p:txBody>
      </p:sp>
      <p:sp>
        <p:nvSpPr>
          <p:cNvPr id="134" name="Shape 132"/>
          <p:cNvSpPr/>
          <p:nvPr/>
        </p:nvSpPr>
        <p:spPr>
          <a:xfrm>
            <a:off x="146304" y="2853712"/>
            <a:ext cx="1682496" cy="3718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95072" y="2926864"/>
            <a:ext cx="1560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Setting</a:t>
            </a:r>
            <a:endParaRPr lang="en-US" sz="1133" dirty="0"/>
          </a:p>
        </p:txBody>
      </p:sp>
      <p:sp>
        <p:nvSpPr>
          <p:cNvPr id="136" name="Shape 134"/>
          <p:cNvSpPr/>
          <p:nvPr/>
        </p:nvSpPr>
        <p:spPr>
          <a:xfrm>
            <a:off x="1682496" y="2853712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682496" y="2939056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138" name="Shape 136"/>
          <p:cNvSpPr/>
          <p:nvPr/>
        </p:nvSpPr>
        <p:spPr>
          <a:xfrm>
            <a:off x="2499360" y="2853712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2499360" y="2939056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</a:t>
            </a:r>
            <a:endParaRPr lang="en-US" sz="1133" dirty="0"/>
          </a:p>
        </p:txBody>
      </p:sp>
      <p:sp>
        <p:nvSpPr>
          <p:cNvPr id="140" name="Shape 138"/>
          <p:cNvSpPr/>
          <p:nvPr/>
        </p:nvSpPr>
        <p:spPr>
          <a:xfrm>
            <a:off x="3316224" y="2853712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316224" y="2939056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142" name="Shape 140"/>
          <p:cNvSpPr/>
          <p:nvPr/>
        </p:nvSpPr>
        <p:spPr>
          <a:xfrm>
            <a:off x="4133088" y="2853712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4133088" y="2939056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</a:t>
            </a:r>
            <a:endParaRPr lang="en-US" sz="1133" dirty="0"/>
          </a:p>
        </p:txBody>
      </p:sp>
      <p:sp>
        <p:nvSpPr>
          <p:cNvPr id="144" name="Shape 142"/>
          <p:cNvSpPr/>
          <p:nvPr/>
        </p:nvSpPr>
        <p:spPr>
          <a:xfrm>
            <a:off x="4949952" y="2853712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4949952" y="2939056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1133" dirty="0"/>
          </a:p>
        </p:txBody>
      </p:sp>
      <p:sp>
        <p:nvSpPr>
          <p:cNvPr id="146" name="Shape 144"/>
          <p:cNvSpPr/>
          <p:nvPr/>
        </p:nvSpPr>
        <p:spPr>
          <a:xfrm>
            <a:off x="5766816" y="2853712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5766816" y="2939056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26.2</a:t>
            </a:r>
            <a:endParaRPr lang="en-US" sz="1133" dirty="0"/>
          </a:p>
        </p:txBody>
      </p:sp>
      <p:sp>
        <p:nvSpPr>
          <p:cNvPr id="148" name="Shape 146"/>
          <p:cNvSpPr/>
          <p:nvPr/>
        </p:nvSpPr>
        <p:spPr>
          <a:xfrm>
            <a:off x="6583680" y="2853712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6583680" y="2939056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</a:t>
            </a:r>
            <a:endParaRPr lang="en-US" sz="1133" dirty="0"/>
          </a:p>
        </p:txBody>
      </p:sp>
      <p:sp>
        <p:nvSpPr>
          <p:cNvPr id="150" name="Shape 148"/>
          <p:cNvSpPr/>
          <p:nvPr/>
        </p:nvSpPr>
        <p:spPr>
          <a:xfrm>
            <a:off x="7400544" y="2853712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7400544" y="2939056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</a:t>
            </a:r>
            <a:endParaRPr lang="en-US" sz="1133" dirty="0"/>
          </a:p>
        </p:txBody>
      </p:sp>
      <p:sp>
        <p:nvSpPr>
          <p:cNvPr id="152" name="Shape 150"/>
          <p:cNvSpPr/>
          <p:nvPr/>
        </p:nvSpPr>
        <p:spPr>
          <a:xfrm>
            <a:off x="8217408" y="2853712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8217408" y="2939056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</a:t>
            </a:r>
            <a:endParaRPr lang="en-US" sz="1133" dirty="0"/>
          </a:p>
        </p:txBody>
      </p:sp>
      <p:sp>
        <p:nvSpPr>
          <p:cNvPr id="154" name="Shape 152"/>
          <p:cNvSpPr/>
          <p:nvPr/>
        </p:nvSpPr>
        <p:spPr>
          <a:xfrm>
            <a:off x="9034272" y="2853712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9034272" y="2939056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</a:t>
            </a:r>
            <a:endParaRPr lang="en-US" sz="1133" dirty="0"/>
          </a:p>
        </p:txBody>
      </p:sp>
      <p:sp>
        <p:nvSpPr>
          <p:cNvPr id="156" name="Shape 154"/>
          <p:cNvSpPr/>
          <p:nvPr/>
        </p:nvSpPr>
        <p:spPr>
          <a:xfrm>
            <a:off x="9851136" y="2853712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9851136" y="2939056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18.8</a:t>
            </a:r>
            <a:endParaRPr lang="en-US" sz="1133" dirty="0"/>
          </a:p>
        </p:txBody>
      </p:sp>
      <p:sp>
        <p:nvSpPr>
          <p:cNvPr id="158" name="Shape 156"/>
          <p:cNvSpPr/>
          <p:nvPr/>
        </p:nvSpPr>
        <p:spPr>
          <a:xfrm>
            <a:off x="10668000" y="2853712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10668000" y="2939056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</a:t>
            </a:r>
            <a:endParaRPr lang="en-US" sz="1133" dirty="0"/>
          </a:p>
        </p:txBody>
      </p:sp>
      <p:sp>
        <p:nvSpPr>
          <p:cNvPr id="160" name="Shape 158"/>
          <p:cNvSpPr/>
          <p:nvPr/>
        </p:nvSpPr>
        <p:spPr>
          <a:xfrm>
            <a:off x="146304" y="3225568"/>
            <a:ext cx="1682496" cy="3718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195072" y="3298720"/>
            <a:ext cx="1560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Re-Setting</a:t>
            </a:r>
            <a:endParaRPr lang="en-US" sz="1133" dirty="0"/>
          </a:p>
        </p:txBody>
      </p:sp>
      <p:sp>
        <p:nvSpPr>
          <p:cNvPr id="162" name="Shape 160"/>
          <p:cNvSpPr/>
          <p:nvPr/>
        </p:nvSpPr>
        <p:spPr>
          <a:xfrm>
            <a:off x="1682496" y="3225568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1682496" y="331091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</a:t>
            </a:r>
            <a:endParaRPr lang="en-US" sz="1133" dirty="0"/>
          </a:p>
        </p:txBody>
      </p:sp>
      <p:sp>
        <p:nvSpPr>
          <p:cNvPr id="164" name="Shape 162"/>
          <p:cNvSpPr/>
          <p:nvPr/>
        </p:nvSpPr>
        <p:spPr>
          <a:xfrm>
            <a:off x="2499360" y="3225568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2499360" y="331091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</a:t>
            </a:r>
            <a:endParaRPr lang="en-US" sz="1133" dirty="0"/>
          </a:p>
        </p:txBody>
      </p:sp>
      <p:sp>
        <p:nvSpPr>
          <p:cNvPr id="166" name="Shape 164"/>
          <p:cNvSpPr/>
          <p:nvPr/>
        </p:nvSpPr>
        <p:spPr>
          <a:xfrm>
            <a:off x="3316224" y="3225568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3316224" y="331091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</a:t>
            </a:r>
            <a:endParaRPr lang="en-US" sz="1133" dirty="0"/>
          </a:p>
        </p:txBody>
      </p:sp>
      <p:sp>
        <p:nvSpPr>
          <p:cNvPr id="168" name="Shape 166"/>
          <p:cNvSpPr/>
          <p:nvPr/>
        </p:nvSpPr>
        <p:spPr>
          <a:xfrm>
            <a:off x="4133088" y="3225568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4133088" y="331091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1133" dirty="0"/>
          </a:p>
        </p:txBody>
      </p:sp>
      <p:sp>
        <p:nvSpPr>
          <p:cNvPr id="170" name="Shape 168"/>
          <p:cNvSpPr/>
          <p:nvPr/>
        </p:nvSpPr>
        <p:spPr>
          <a:xfrm>
            <a:off x="4949952" y="3225568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4949952" y="331091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172" name="Shape 170"/>
          <p:cNvSpPr/>
          <p:nvPr/>
        </p:nvSpPr>
        <p:spPr>
          <a:xfrm>
            <a:off x="5766816" y="3225568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5766816" y="331091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</a:t>
            </a:r>
            <a:endParaRPr lang="en-US" sz="1133" dirty="0"/>
          </a:p>
        </p:txBody>
      </p:sp>
      <p:sp>
        <p:nvSpPr>
          <p:cNvPr id="174" name="Shape 172"/>
          <p:cNvSpPr/>
          <p:nvPr/>
        </p:nvSpPr>
        <p:spPr>
          <a:xfrm>
            <a:off x="6583680" y="3225568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6583680" y="331091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</a:t>
            </a:r>
            <a:endParaRPr lang="en-US" sz="1133" dirty="0"/>
          </a:p>
        </p:txBody>
      </p:sp>
      <p:sp>
        <p:nvSpPr>
          <p:cNvPr id="176" name="Shape 174"/>
          <p:cNvSpPr/>
          <p:nvPr/>
        </p:nvSpPr>
        <p:spPr>
          <a:xfrm>
            <a:off x="7400544" y="3225568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7400544" y="331091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</a:t>
            </a:r>
            <a:endParaRPr lang="en-US" sz="1133" dirty="0"/>
          </a:p>
        </p:txBody>
      </p:sp>
      <p:sp>
        <p:nvSpPr>
          <p:cNvPr id="178" name="Shape 176"/>
          <p:cNvSpPr/>
          <p:nvPr/>
        </p:nvSpPr>
        <p:spPr>
          <a:xfrm>
            <a:off x="8217408" y="3225568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8217408" y="331091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1133" dirty="0"/>
          </a:p>
        </p:txBody>
      </p:sp>
      <p:sp>
        <p:nvSpPr>
          <p:cNvPr id="180" name="Shape 178"/>
          <p:cNvSpPr/>
          <p:nvPr/>
        </p:nvSpPr>
        <p:spPr>
          <a:xfrm>
            <a:off x="9034272" y="3225568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9034272" y="331091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</a:t>
            </a:r>
            <a:endParaRPr lang="en-US" sz="1133" dirty="0"/>
          </a:p>
        </p:txBody>
      </p:sp>
      <p:sp>
        <p:nvSpPr>
          <p:cNvPr id="182" name="Shape 180"/>
          <p:cNvSpPr/>
          <p:nvPr/>
        </p:nvSpPr>
        <p:spPr>
          <a:xfrm>
            <a:off x="9851136" y="3225568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9851136" y="331091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</a:t>
            </a:r>
            <a:endParaRPr lang="en-US" sz="1133" dirty="0"/>
          </a:p>
        </p:txBody>
      </p:sp>
      <p:sp>
        <p:nvSpPr>
          <p:cNvPr id="184" name="Shape 182"/>
          <p:cNvSpPr/>
          <p:nvPr/>
        </p:nvSpPr>
        <p:spPr>
          <a:xfrm>
            <a:off x="10668000" y="3225568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10668000" y="331091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en-US" sz="1133" dirty="0"/>
          </a:p>
        </p:txBody>
      </p:sp>
      <p:sp>
        <p:nvSpPr>
          <p:cNvPr id="186" name="Shape 184"/>
          <p:cNvSpPr/>
          <p:nvPr/>
        </p:nvSpPr>
        <p:spPr>
          <a:xfrm>
            <a:off x="146304" y="3597424"/>
            <a:ext cx="1682496" cy="3718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195072" y="3670576"/>
            <a:ext cx="1560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Taper</a:t>
            </a:r>
            <a:endParaRPr lang="en-US" sz="1133" dirty="0"/>
          </a:p>
        </p:txBody>
      </p:sp>
      <p:sp>
        <p:nvSpPr>
          <p:cNvPr id="188" name="Shape 186"/>
          <p:cNvSpPr/>
          <p:nvPr/>
        </p:nvSpPr>
        <p:spPr>
          <a:xfrm>
            <a:off x="1682496" y="3597424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1682496" y="368276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190" name="Shape 188"/>
          <p:cNvSpPr/>
          <p:nvPr/>
        </p:nvSpPr>
        <p:spPr>
          <a:xfrm>
            <a:off x="2499360" y="3597424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2499360" y="368276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</a:t>
            </a:r>
            <a:endParaRPr lang="en-US" sz="1133" dirty="0"/>
          </a:p>
        </p:txBody>
      </p:sp>
      <p:sp>
        <p:nvSpPr>
          <p:cNvPr id="192" name="Shape 190"/>
          <p:cNvSpPr/>
          <p:nvPr/>
        </p:nvSpPr>
        <p:spPr>
          <a:xfrm>
            <a:off x="3316224" y="3597424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3316224" y="368276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1133" dirty="0"/>
          </a:p>
        </p:txBody>
      </p:sp>
      <p:sp>
        <p:nvSpPr>
          <p:cNvPr id="194" name="Shape 192"/>
          <p:cNvSpPr/>
          <p:nvPr/>
        </p:nvSpPr>
        <p:spPr>
          <a:xfrm>
            <a:off x="4133088" y="3597424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4133088" y="368276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</a:t>
            </a:r>
            <a:endParaRPr lang="en-US" sz="1133" dirty="0"/>
          </a:p>
        </p:txBody>
      </p:sp>
      <p:sp>
        <p:nvSpPr>
          <p:cNvPr id="196" name="Shape 194"/>
          <p:cNvSpPr/>
          <p:nvPr/>
        </p:nvSpPr>
        <p:spPr>
          <a:xfrm>
            <a:off x="4949952" y="3597424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4949952" y="368276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133" dirty="0"/>
          </a:p>
        </p:txBody>
      </p:sp>
      <p:sp>
        <p:nvSpPr>
          <p:cNvPr id="198" name="Shape 196"/>
          <p:cNvSpPr/>
          <p:nvPr/>
        </p:nvSpPr>
        <p:spPr>
          <a:xfrm>
            <a:off x="5766816" y="3597424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5766816" y="368276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</a:t>
            </a:r>
            <a:endParaRPr lang="en-US" sz="1133" dirty="0"/>
          </a:p>
        </p:txBody>
      </p:sp>
      <p:sp>
        <p:nvSpPr>
          <p:cNvPr id="200" name="Shape 198"/>
          <p:cNvSpPr/>
          <p:nvPr/>
        </p:nvSpPr>
        <p:spPr>
          <a:xfrm>
            <a:off x="6583680" y="3597424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6583680" y="368276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1133" dirty="0"/>
          </a:p>
        </p:txBody>
      </p:sp>
      <p:sp>
        <p:nvSpPr>
          <p:cNvPr id="202" name="Shape 200"/>
          <p:cNvSpPr/>
          <p:nvPr/>
        </p:nvSpPr>
        <p:spPr>
          <a:xfrm>
            <a:off x="7400544" y="3597424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7400544" y="368276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</a:t>
            </a:r>
            <a:endParaRPr lang="en-US" sz="1133" dirty="0"/>
          </a:p>
        </p:txBody>
      </p:sp>
      <p:sp>
        <p:nvSpPr>
          <p:cNvPr id="204" name="Shape 202"/>
          <p:cNvSpPr/>
          <p:nvPr/>
        </p:nvSpPr>
        <p:spPr>
          <a:xfrm>
            <a:off x="8217408" y="3597424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8217408" y="368276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206" name="Shape 204"/>
          <p:cNvSpPr/>
          <p:nvPr/>
        </p:nvSpPr>
        <p:spPr>
          <a:xfrm>
            <a:off x="9034272" y="3597424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9034272" y="368276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208" name="Shape 206"/>
          <p:cNvSpPr/>
          <p:nvPr/>
        </p:nvSpPr>
        <p:spPr>
          <a:xfrm>
            <a:off x="9851136" y="3597424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9851136" y="368276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endParaRPr lang="en-US" sz="1133" dirty="0"/>
          </a:p>
        </p:txBody>
      </p:sp>
      <p:sp>
        <p:nvSpPr>
          <p:cNvPr id="210" name="Shape 208"/>
          <p:cNvSpPr/>
          <p:nvPr/>
        </p:nvSpPr>
        <p:spPr>
          <a:xfrm>
            <a:off x="10668000" y="3597424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10668000" y="368276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133" dirty="0"/>
          </a:p>
        </p:txBody>
      </p:sp>
      <p:sp>
        <p:nvSpPr>
          <p:cNvPr id="212" name="Shape 210"/>
          <p:cNvSpPr/>
          <p:nvPr/>
        </p:nvSpPr>
        <p:spPr>
          <a:xfrm>
            <a:off x="146304" y="3969280"/>
            <a:ext cx="1682496" cy="3718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195072" y="4042432"/>
            <a:ext cx="1560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Ovality</a:t>
            </a:r>
            <a:endParaRPr lang="en-US" sz="1133" dirty="0"/>
          </a:p>
        </p:txBody>
      </p:sp>
      <p:sp>
        <p:nvSpPr>
          <p:cNvPr id="214" name="Shape 212"/>
          <p:cNvSpPr/>
          <p:nvPr/>
        </p:nvSpPr>
        <p:spPr>
          <a:xfrm>
            <a:off x="1682496" y="3969280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1682496" y="405462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216" name="Shape 214"/>
          <p:cNvSpPr/>
          <p:nvPr/>
        </p:nvSpPr>
        <p:spPr>
          <a:xfrm>
            <a:off x="2499360" y="3969280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2499360" y="405462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218" name="Shape 216"/>
          <p:cNvSpPr/>
          <p:nvPr/>
        </p:nvSpPr>
        <p:spPr>
          <a:xfrm>
            <a:off x="3316224" y="3969280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3316224" y="405462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220" name="Shape 218"/>
          <p:cNvSpPr/>
          <p:nvPr/>
        </p:nvSpPr>
        <p:spPr>
          <a:xfrm>
            <a:off x="4133088" y="3969280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4133088" y="405462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222" name="Shape 220"/>
          <p:cNvSpPr/>
          <p:nvPr/>
        </p:nvSpPr>
        <p:spPr>
          <a:xfrm>
            <a:off x="4949952" y="3969280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4949952" y="405462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1133" dirty="0"/>
          </a:p>
        </p:txBody>
      </p:sp>
      <p:sp>
        <p:nvSpPr>
          <p:cNvPr id="224" name="Shape 222"/>
          <p:cNvSpPr/>
          <p:nvPr/>
        </p:nvSpPr>
        <p:spPr>
          <a:xfrm>
            <a:off x="5766816" y="3969280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5766816" y="405462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</a:t>
            </a:r>
            <a:endParaRPr lang="en-US" sz="1133" dirty="0"/>
          </a:p>
        </p:txBody>
      </p:sp>
      <p:sp>
        <p:nvSpPr>
          <p:cNvPr id="226" name="Shape 224"/>
          <p:cNvSpPr/>
          <p:nvPr/>
        </p:nvSpPr>
        <p:spPr>
          <a:xfrm>
            <a:off x="6583680" y="3969280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6583680" y="405462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133" dirty="0"/>
          </a:p>
        </p:txBody>
      </p:sp>
      <p:sp>
        <p:nvSpPr>
          <p:cNvPr id="228" name="Shape 226"/>
          <p:cNvSpPr/>
          <p:nvPr/>
        </p:nvSpPr>
        <p:spPr>
          <a:xfrm>
            <a:off x="7400544" y="3969280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7400544" y="405462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1133" dirty="0"/>
          </a:p>
        </p:txBody>
      </p:sp>
      <p:sp>
        <p:nvSpPr>
          <p:cNvPr id="230" name="Shape 228"/>
          <p:cNvSpPr/>
          <p:nvPr/>
        </p:nvSpPr>
        <p:spPr>
          <a:xfrm>
            <a:off x="8217408" y="3969280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8217408" y="405462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232" name="Shape 230"/>
          <p:cNvSpPr/>
          <p:nvPr/>
        </p:nvSpPr>
        <p:spPr>
          <a:xfrm>
            <a:off x="9034272" y="3969280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9034272" y="405462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234" name="Shape 232"/>
          <p:cNvSpPr/>
          <p:nvPr/>
        </p:nvSpPr>
        <p:spPr>
          <a:xfrm>
            <a:off x="9851136" y="3969280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9851136" y="405462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133" dirty="0"/>
          </a:p>
        </p:txBody>
      </p:sp>
      <p:sp>
        <p:nvSpPr>
          <p:cNvPr id="236" name="Shape 234"/>
          <p:cNvSpPr/>
          <p:nvPr/>
        </p:nvSpPr>
        <p:spPr>
          <a:xfrm>
            <a:off x="10668000" y="3969280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10668000" y="405462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238" name="Shape 236"/>
          <p:cNvSpPr/>
          <p:nvPr/>
        </p:nvSpPr>
        <p:spPr>
          <a:xfrm>
            <a:off x="146304" y="4341136"/>
            <a:ext cx="1682496" cy="3718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195072" y="4414288"/>
            <a:ext cx="1560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Problem</a:t>
            </a:r>
            <a:endParaRPr lang="en-US" sz="1133" dirty="0"/>
          </a:p>
        </p:txBody>
      </p:sp>
      <p:sp>
        <p:nvSpPr>
          <p:cNvPr id="240" name="Shape 238"/>
          <p:cNvSpPr/>
          <p:nvPr/>
        </p:nvSpPr>
        <p:spPr>
          <a:xfrm>
            <a:off x="1682496" y="4341136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1682496" y="442648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242" name="Shape 240"/>
          <p:cNvSpPr/>
          <p:nvPr/>
        </p:nvSpPr>
        <p:spPr>
          <a:xfrm>
            <a:off x="2499360" y="4341136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2499360" y="442648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244" name="Shape 242"/>
          <p:cNvSpPr/>
          <p:nvPr/>
        </p:nvSpPr>
        <p:spPr>
          <a:xfrm>
            <a:off x="3316224" y="4341136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3316224" y="442648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246" name="Shape 244"/>
          <p:cNvSpPr/>
          <p:nvPr/>
        </p:nvSpPr>
        <p:spPr>
          <a:xfrm>
            <a:off x="4133088" y="4341136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4133088" y="442648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248" name="Shape 246"/>
          <p:cNvSpPr/>
          <p:nvPr/>
        </p:nvSpPr>
        <p:spPr>
          <a:xfrm>
            <a:off x="4949952" y="4341136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4949952" y="442648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250" name="Shape 248"/>
          <p:cNvSpPr/>
          <p:nvPr/>
        </p:nvSpPr>
        <p:spPr>
          <a:xfrm>
            <a:off x="5766816" y="4341136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5766816" y="442648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</a:t>
            </a:r>
            <a:endParaRPr lang="en-US" sz="1133" dirty="0"/>
          </a:p>
        </p:txBody>
      </p:sp>
      <p:sp>
        <p:nvSpPr>
          <p:cNvPr id="252" name="Shape 250"/>
          <p:cNvSpPr/>
          <p:nvPr/>
        </p:nvSpPr>
        <p:spPr>
          <a:xfrm>
            <a:off x="6583680" y="4341136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6583680" y="442648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254" name="Shape 252"/>
          <p:cNvSpPr/>
          <p:nvPr/>
        </p:nvSpPr>
        <p:spPr>
          <a:xfrm>
            <a:off x="7400544" y="4341136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7400544" y="442648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256" name="Shape 254"/>
          <p:cNvSpPr/>
          <p:nvPr/>
        </p:nvSpPr>
        <p:spPr>
          <a:xfrm>
            <a:off x="8217408" y="4341136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8217408" y="442648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258" name="Shape 256"/>
          <p:cNvSpPr/>
          <p:nvPr/>
        </p:nvSpPr>
        <p:spPr>
          <a:xfrm>
            <a:off x="9034272" y="4341136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9034272" y="442648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260" name="Shape 258"/>
          <p:cNvSpPr/>
          <p:nvPr/>
        </p:nvSpPr>
        <p:spPr>
          <a:xfrm>
            <a:off x="9851136" y="4341136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9851136" y="442648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262" name="Shape 260"/>
          <p:cNvSpPr/>
          <p:nvPr/>
        </p:nvSpPr>
        <p:spPr>
          <a:xfrm>
            <a:off x="10668000" y="4341136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10668000" y="442648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264" name="Shape 262"/>
          <p:cNvSpPr/>
          <p:nvPr/>
        </p:nvSpPr>
        <p:spPr>
          <a:xfrm>
            <a:off x="146304" y="4712992"/>
            <a:ext cx="1682496" cy="3718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195072" y="4786144"/>
            <a:ext cx="1560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Maint</a:t>
            </a:r>
            <a:endParaRPr lang="en-US" sz="1133" dirty="0"/>
          </a:p>
        </p:txBody>
      </p:sp>
      <p:sp>
        <p:nvSpPr>
          <p:cNvPr id="266" name="Shape 264"/>
          <p:cNvSpPr/>
          <p:nvPr/>
        </p:nvSpPr>
        <p:spPr>
          <a:xfrm>
            <a:off x="1682496" y="4712992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1682496" y="4798336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268" name="Shape 266"/>
          <p:cNvSpPr/>
          <p:nvPr/>
        </p:nvSpPr>
        <p:spPr>
          <a:xfrm>
            <a:off x="2499360" y="4712992"/>
            <a:ext cx="816864" cy="371856"/>
          </a:xfrm>
          <a:prstGeom prst="rect">
            <a:avLst/>
          </a:prstGeom>
          <a:solidFill>
            <a:srgbClr val="FEF3D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2499360" y="4798336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75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56.2</a:t>
            </a:r>
            <a:endParaRPr lang="en-US" sz="1133" dirty="0"/>
          </a:p>
        </p:txBody>
      </p:sp>
      <p:sp>
        <p:nvSpPr>
          <p:cNvPr id="270" name="Shape 268"/>
          <p:cNvSpPr/>
          <p:nvPr/>
        </p:nvSpPr>
        <p:spPr>
          <a:xfrm>
            <a:off x="3316224" y="4712992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3316224" y="4798336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272" name="Shape 270"/>
          <p:cNvSpPr/>
          <p:nvPr/>
        </p:nvSpPr>
        <p:spPr>
          <a:xfrm>
            <a:off x="4133088" y="4712992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3" name="Text 271"/>
          <p:cNvSpPr/>
          <p:nvPr/>
        </p:nvSpPr>
        <p:spPr>
          <a:xfrm>
            <a:off x="4133088" y="4798336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1133" dirty="0"/>
          </a:p>
        </p:txBody>
      </p:sp>
      <p:sp>
        <p:nvSpPr>
          <p:cNvPr id="274" name="Shape 272"/>
          <p:cNvSpPr/>
          <p:nvPr/>
        </p:nvSpPr>
        <p:spPr>
          <a:xfrm>
            <a:off x="4949952" y="4712992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4949952" y="4798336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276" name="Shape 274"/>
          <p:cNvSpPr/>
          <p:nvPr/>
        </p:nvSpPr>
        <p:spPr>
          <a:xfrm>
            <a:off x="5766816" y="4712992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7" name="Text 275"/>
          <p:cNvSpPr/>
          <p:nvPr/>
        </p:nvSpPr>
        <p:spPr>
          <a:xfrm>
            <a:off x="5766816" y="4798336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278" name="Shape 276"/>
          <p:cNvSpPr/>
          <p:nvPr/>
        </p:nvSpPr>
        <p:spPr>
          <a:xfrm>
            <a:off x="6583680" y="4712992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9" name="Text 277"/>
          <p:cNvSpPr/>
          <p:nvPr/>
        </p:nvSpPr>
        <p:spPr>
          <a:xfrm>
            <a:off x="6583680" y="4798336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280" name="Shape 278"/>
          <p:cNvSpPr/>
          <p:nvPr/>
        </p:nvSpPr>
        <p:spPr>
          <a:xfrm>
            <a:off x="7400544" y="4712992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1" name="Text 279"/>
          <p:cNvSpPr/>
          <p:nvPr/>
        </p:nvSpPr>
        <p:spPr>
          <a:xfrm>
            <a:off x="7400544" y="4798336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282" name="Shape 280"/>
          <p:cNvSpPr/>
          <p:nvPr/>
        </p:nvSpPr>
        <p:spPr>
          <a:xfrm>
            <a:off x="8217408" y="4712992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3" name="Text 281"/>
          <p:cNvSpPr/>
          <p:nvPr/>
        </p:nvSpPr>
        <p:spPr>
          <a:xfrm>
            <a:off x="8217408" y="4798336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284" name="Shape 282"/>
          <p:cNvSpPr/>
          <p:nvPr/>
        </p:nvSpPr>
        <p:spPr>
          <a:xfrm>
            <a:off x="9034272" y="4712992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9034272" y="4798336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1133" dirty="0"/>
          </a:p>
        </p:txBody>
      </p:sp>
      <p:sp>
        <p:nvSpPr>
          <p:cNvPr id="286" name="Shape 284"/>
          <p:cNvSpPr/>
          <p:nvPr/>
        </p:nvSpPr>
        <p:spPr>
          <a:xfrm>
            <a:off x="9851136" y="4712992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7" name="Text 285"/>
          <p:cNvSpPr/>
          <p:nvPr/>
        </p:nvSpPr>
        <p:spPr>
          <a:xfrm>
            <a:off x="9851136" y="4798336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288" name="Shape 286"/>
          <p:cNvSpPr/>
          <p:nvPr/>
        </p:nvSpPr>
        <p:spPr>
          <a:xfrm>
            <a:off x="10668000" y="4712992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9" name="Text 287"/>
          <p:cNvSpPr/>
          <p:nvPr/>
        </p:nvSpPr>
        <p:spPr>
          <a:xfrm>
            <a:off x="10668000" y="4798336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290" name="Shape 288"/>
          <p:cNvSpPr/>
          <p:nvPr/>
        </p:nvSpPr>
        <p:spPr>
          <a:xfrm>
            <a:off x="146304" y="5084848"/>
            <a:ext cx="1682496" cy="3718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1" name="Text 289"/>
          <p:cNvSpPr/>
          <p:nvPr/>
        </p:nvSpPr>
        <p:spPr>
          <a:xfrm>
            <a:off x="195072" y="5158000"/>
            <a:ext cx="1560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 Maint</a:t>
            </a:r>
            <a:endParaRPr lang="en-US" sz="1133" dirty="0"/>
          </a:p>
        </p:txBody>
      </p:sp>
      <p:sp>
        <p:nvSpPr>
          <p:cNvPr id="292" name="Shape 290"/>
          <p:cNvSpPr/>
          <p:nvPr/>
        </p:nvSpPr>
        <p:spPr>
          <a:xfrm>
            <a:off x="1682496" y="5084848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3" name="Text 291"/>
          <p:cNvSpPr/>
          <p:nvPr/>
        </p:nvSpPr>
        <p:spPr>
          <a:xfrm>
            <a:off x="1682496" y="517019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</a:t>
            </a:r>
            <a:endParaRPr lang="en-US" sz="1133" dirty="0"/>
          </a:p>
        </p:txBody>
      </p:sp>
      <p:sp>
        <p:nvSpPr>
          <p:cNvPr id="294" name="Shape 292"/>
          <p:cNvSpPr/>
          <p:nvPr/>
        </p:nvSpPr>
        <p:spPr>
          <a:xfrm>
            <a:off x="2499360" y="5084848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5" name="Text 293"/>
          <p:cNvSpPr/>
          <p:nvPr/>
        </p:nvSpPr>
        <p:spPr>
          <a:xfrm>
            <a:off x="2499360" y="517019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296" name="Shape 294"/>
          <p:cNvSpPr/>
          <p:nvPr/>
        </p:nvSpPr>
        <p:spPr>
          <a:xfrm>
            <a:off x="3316224" y="5084848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7" name="Text 295"/>
          <p:cNvSpPr/>
          <p:nvPr/>
        </p:nvSpPr>
        <p:spPr>
          <a:xfrm>
            <a:off x="3316224" y="517019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</a:t>
            </a:r>
            <a:endParaRPr lang="en-US" sz="1133" dirty="0"/>
          </a:p>
        </p:txBody>
      </p:sp>
      <p:sp>
        <p:nvSpPr>
          <p:cNvPr id="298" name="Shape 296"/>
          <p:cNvSpPr/>
          <p:nvPr/>
        </p:nvSpPr>
        <p:spPr>
          <a:xfrm>
            <a:off x="4133088" y="5084848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9" name="Text 297"/>
          <p:cNvSpPr/>
          <p:nvPr/>
        </p:nvSpPr>
        <p:spPr>
          <a:xfrm>
            <a:off x="4133088" y="517019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300" name="Shape 298"/>
          <p:cNvSpPr/>
          <p:nvPr/>
        </p:nvSpPr>
        <p:spPr>
          <a:xfrm>
            <a:off x="4949952" y="5084848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1" name="Text 299"/>
          <p:cNvSpPr/>
          <p:nvPr/>
        </p:nvSpPr>
        <p:spPr>
          <a:xfrm>
            <a:off x="4949952" y="517019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302" name="Shape 300"/>
          <p:cNvSpPr/>
          <p:nvPr/>
        </p:nvSpPr>
        <p:spPr>
          <a:xfrm>
            <a:off x="5766816" y="5084848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3" name="Text 301"/>
          <p:cNvSpPr/>
          <p:nvPr/>
        </p:nvSpPr>
        <p:spPr>
          <a:xfrm>
            <a:off x="5766816" y="517019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304" name="Shape 302"/>
          <p:cNvSpPr/>
          <p:nvPr/>
        </p:nvSpPr>
        <p:spPr>
          <a:xfrm>
            <a:off x="6583680" y="5084848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5" name="Text 303"/>
          <p:cNvSpPr/>
          <p:nvPr/>
        </p:nvSpPr>
        <p:spPr>
          <a:xfrm>
            <a:off x="6583680" y="517019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306" name="Shape 304"/>
          <p:cNvSpPr/>
          <p:nvPr/>
        </p:nvSpPr>
        <p:spPr>
          <a:xfrm>
            <a:off x="7400544" y="5084848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7" name="Text 305"/>
          <p:cNvSpPr/>
          <p:nvPr/>
        </p:nvSpPr>
        <p:spPr>
          <a:xfrm>
            <a:off x="7400544" y="517019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308" name="Shape 306"/>
          <p:cNvSpPr/>
          <p:nvPr/>
        </p:nvSpPr>
        <p:spPr>
          <a:xfrm>
            <a:off x="8217408" y="5084848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9" name="Text 307"/>
          <p:cNvSpPr/>
          <p:nvPr/>
        </p:nvSpPr>
        <p:spPr>
          <a:xfrm>
            <a:off x="8217408" y="517019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1133" dirty="0"/>
          </a:p>
        </p:txBody>
      </p:sp>
      <p:sp>
        <p:nvSpPr>
          <p:cNvPr id="310" name="Shape 308"/>
          <p:cNvSpPr/>
          <p:nvPr/>
        </p:nvSpPr>
        <p:spPr>
          <a:xfrm>
            <a:off x="9034272" y="5084848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1" name="Text 309"/>
          <p:cNvSpPr/>
          <p:nvPr/>
        </p:nvSpPr>
        <p:spPr>
          <a:xfrm>
            <a:off x="9034272" y="517019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312" name="Shape 310"/>
          <p:cNvSpPr/>
          <p:nvPr/>
        </p:nvSpPr>
        <p:spPr>
          <a:xfrm>
            <a:off x="9851136" y="5084848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3" name="Text 311"/>
          <p:cNvSpPr/>
          <p:nvPr/>
        </p:nvSpPr>
        <p:spPr>
          <a:xfrm>
            <a:off x="9851136" y="517019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314" name="Shape 312"/>
          <p:cNvSpPr/>
          <p:nvPr/>
        </p:nvSpPr>
        <p:spPr>
          <a:xfrm>
            <a:off x="10668000" y="5084848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5" name="Text 313"/>
          <p:cNvSpPr/>
          <p:nvPr/>
        </p:nvSpPr>
        <p:spPr>
          <a:xfrm>
            <a:off x="10668000" y="5170192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316" name="Shape 314"/>
          <p:cNvSpPr/>
          <p:nvPr/>
        </p:nvSpPr>
        <p:spPr>
          <a:xfrm>
            <a:off x="146304" y="5456704"/>
            <a:ext cx="1682496" cy="3718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7" name="Text 315"/>
          <p:cNvSpPr/>
          <p:nvPr/>
        </p:nvSpPr>
        <p:spPr>
          <a:xfrm>
            <a:off x="195072" y="5529856"/>
            <a:ext cx="1560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Power</a:t>
            </a:r>
            <a:endParaRPr lang="en-US" sz="1133" dirty="0"/>
          </a:p>
        </p:txBody>
      </p:sp>
      <p:sp>
        <p:nvSpPr>
          <p:cNvPr id="318" name="Shape 316"/>
          <p:cNvSpPr/>
          <p:nvPr/>
        </p:nvSpPr>
        <p:spPr>
          <a:xfrm>
            <a:off x="1682496" y="5456704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9" name="Text 317"/>
          <p:cNvSpPr/>
          <p:nvPr/>
        </p:nvSpPr>
        <p:spPr>
          <a:xfrm>
            <a:off x="1682496" y="554204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1133" dirty="0"/>
          </a:p>
        </p:txBody>
      </p:sp>
      <p:sp>
        <p:nvSpPr>
          <p:cNvPr id="320" name="Shape 318"/>
          <p:cNvSpPr/>
          <p:nvPr/>
        </p:nvSpPr>
        <p:spPr>
          <a:xfrm>
            <a:off x="2499360" y="5456704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1" name="Text 319"/>
          <p:cNvSpPr/>
          <p:nvPr/>
        </p:nvSpPr>
        <p:spPr>
          <a:xfrm>
            <a:off x="2499360" y="554204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133" dirty="0"/>
          </a:p>
        </p:txBody>
      </p:sp>
      <p:sp>
        <p:nvSpPr>
          <p:cNvPr id="322" name="Shape 320"/>
          <p:cNvSpPr/>
          <p:nvPr/>
        </p:nvSpPr>
        <p:spPr>
          <a:xfrm>
            <a:off x="3316224" y="5456704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3" name="Text 321"/>
          <p:cNvSpPr/>
          <p:nvPr/>
        </p:nvSpPr>
        <p:spPr>
          <a:xfrm>
            <a:off x="3316224" y="554204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133" dirty="0"/>
          </a:p>
        </p:txBody>
      </p:sp>
      <p:sp>
        <p:nvSpPr>
          <p:cNvPr id="324" name="Shape 322"/>
          <p:cNvSpPr/>
          <p:nvPr/>
        </p:nvSpPr>
        <p:spPr>
          <a:xfrm>
            <a:off x="4133088" y="5456704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5" name="Text 323"/>
          <p:cNvSpPr/>
          <p:nvPr/>
        </p:nvSpPr>
        <p:spPr>
          <a:xfrm>
            <a:off x="4133088" y="554204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133" dirty="0"/>
          </a:p>
        </p:txBody>
      </p:sp>
      <p:sp>
        <p:nvSpPr>
          <p:cNvPr id="326" name="Shape 324"/>
          <p:cNvSpPr/>
          <p:nvPr/>
        </p:nvSpPr>
        <p:spPr>
          <a:xfrm>
            <a:off x="4949952" y="5456704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7" name="Text 325"/>
          <p:cNvSpPr/>
          <p:nvPr/>
        </p:nvSpPr>
        <p:spPr>
          <a:xfrm>
            <a:off x="4949952" y="554204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1133" dirty="0"/>
          </a:p>
        </p:txBody>
      </p:sp>
      <p:sp>
        <p:nvSpPr>
          <p:cNvPr id="328" name="Shape 326"/>
          <p:cNvSpPr/>
          <p:nvPr/>
        </p:nvSpPr>
        <p:spPr>
          <a:xfrm>
            <a:off x="5766816" y="5456704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9" name="Text 327"/>
          <p:cNvSpPr/>
          <p:nvPr/>
        </p:nvSpPr>
        <p:spPr>
          <a:xfrm>
            <a:off x="5766816" y="554204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1133" dirty="0"/>
          </a:p>
        </p:txBody>
      </p:sp>
      <p:sp>
        <p:nvSpPr>
          <p:cNvPr id="330" name="Shape 328"/>
          <p:cNvSpPr/>
          <p:nvPr/>
        </p:nvSpPr>
        <p:spPr>
          <a:xfrm>
            <a:off x="6583680" y="5456704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1" name="Text 329"/>
          <p:cNvSpPr/>
          <p:nvPr/>
        </p:nvSpPr>
        <p:spPr>
          <a:xfrm>
            <a:off x="6583680" y="554204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</a:t>
            </a:r>
            <a:endParaRPr lang="en-US" sz="1133" dirty="0"/>
          </a:p>
        </p:txBody>
      </p:sp>
      <p:sp>
        <p:nvSpPr>
          <p:cNvPr id="332" name="Shape 330"/>
          <p:cNvSpPr/>
          <p:nvPr/>
        </p:nvSpPr>
        <p:spPr>
          <a:xfrm>
            <a:off x="7400544" y="5456704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3" name="Text 331"/>
          <p:cNvSpPr/>
          <p:nvPr/>
        </p:nvSpPr>
        <p:spPr>
          <a:xfrm>
            <a:off x="7400544" y="554204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133" dirty="0"/>
          </a:p>
        </p:txBody>
      </p:sp>
      <p:sp>
        <p:nvSpPr>
          <p:cNvPr id="334" name="Shape 332"/>
          <p:cNvSpPr/>
          <p:nvPr/>
        </p:nvSpPr>
        <p:spPr>
          <a:xfrm>
            <a:off x="8217408" y="5456704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5" name="Text 333"/>
          <p:cNvSpPr/>
          <p:nvPr/>
        </p:nvSpPr>
        <p:spPr>
          <a:xfrm>
            <a:off x="8217408" y="554204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1133" dirty="0"/>
          </a:p>
        </p:txBody>
      </p:sp>
      <p:sp>
        <p:nvSpPr>
          <p:cNvPr id="336" name="Shape 334"/>
          <p:cNvSpPr/>
          <p:nvPr/>
        </p:nvSpPr>
        <p:spPr>
          <a:xfrm>
            <a:off x="9034272" y="5456704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7" name="Text 335"/>
          <p:cNvSpPr/>
          <p:nvPr/>
        </p:nvSpPr>
        <p:spPr>
          <a:xfrm>
            <a:off x="9034272" y="554204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1133" dirty="0"/>
          </a:p>
        </p:txBody>
      </p:sp>
      <p:sp>
        <p:nvSpPr>
          <p:cNvPr id="338" name="Shape 336"/>
          <p:cNvSpPr/>
          <p:nvPr/>
        </p:nvSpPr>
        <p:spPr>
          <a:xfrm>
            <a:off x="9851136" y="5456704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9" name="Text 337"/>
          <p:cNvSpPr/>
          <p:nvPr/>
        </p:nvSpPr>
        <p:spPr>
          <a:xfrm>
            <a:off x="9851136" y="554204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n-US" sz="1133" dirty="0"/>
          </a:p>
        </p:txBody>
      </p:sp>
      <p:sp>
        <p:nvSpPr>
          <p:cNvPr id="340" name="Shape 338"/>
          <p:cNvSpPr/>
          <p:nvPr/>
        </p:nvSpPr>
        <p:spPr>
          <a:xfrm>
            <a:off x="10668000" y="5456704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1" name="Text 339"/>
          <p:cNvSpPr/>
          <p:nvPr/>
        </p:nvSpPr>
        <p:spPr>
          <a:xfrm>
            <a:off x="10668000" y="5542048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</a:t>
            </a:r>
            <a:endParaRPr lang="en-US" sz="1133" dirty="0"/>
          </a:p>
        </p:txBody>
      </p:sp>
      <p:sp>
        <p:nvSpPr>
          <p:cNvPr id="342" name="Shape 340"/>
          <p:cNvSpPr/>
          <p:nvPr/>
        </p:nvSpPr>
        <p:spPr>
          <a:xfrm>
            <a:off x="146304" y="5828560"/>
            <a:ext cx="1682496" cy="3718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3" name="Text 341"/>
          <p:cNvSpPr/>
          <p:nvPr/>
        </p:nvSpPr>
        <p:spPr>
          <a:xfrm>
            <a:off x="195072" y="5901712"/>
            <a:ext cx="1560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Variation</a:t>
            </a:r>
            <a:endParaRPr lang="en-US" sz="1133" dirty="0"/>
          </a:p>
        </p:txBody>
      </p:sp>
      <p:sp>
        <p:nvSpPr>
          <p:cNvPr id="344" name="Shape 342"/>
          <p:cNvSpPr/>
          <p:nvPr/>
        </p:nvSpPr>
        <p:spPr>
          <a:xfrm>
            <a:off x="1682496" y="5828560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5" name="Text 343"/>
          <p:cNvSpPr/>
          <p:nvPr/>
        </p:nvSpPr>
        <p:spPr>
          <a:xfrm>
            <a:off x="1682496" y="591390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346" name="Shape 344"/>
          <p:cNvSpPr/>
          <p:nvPr/>
        </p:nvSpPr>
        <p:spPr>
          <a:xfrm>
            <a:off x="2499360" y="5828560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7" name="Text 345"/>
          <p:cNvSpPr/>
          <p:nvPr/>
        </p:nvSpPr>
        <p:spPr>
          <a:xfrm>
            <a:off x="2499360" y="591390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1133" dirty="0"/>
          </a:p>
        </p:txBody>
      </p:sp>
      <p:sp>
        <p:nvSpPr>
          <p:cNvPr id="348" name="Shape 346"/>
          <p:cNvSpPr/>
          <p:nvPr/>
        </p:nvSpPr>
        <p:spPr>
          <a:xfrm>
            <a:off x="3316224" y="5828560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9" name="Text 347"/>
          <p:cNvSpPr/>
          <p:nvPr/>
        </p:nvSpPr>
        <p:spPr>
          <a:xfrm>
            <a:off x="3316224" y="591390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350" name="Shape 348"/>
          <p:cNvSpPr/>
          <p:nvPr/>
        </p:nvSpPr>
        <p:spPr>
          <a:xfrm>
            <a:off x="4133088" y="5828560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1" name="Text 349"/>
          <p:cNvSpPr/>
          <p:nvPr/>
        </p:nvSpPr>
        <p:spPr>
          <a:xfrm>
            <a:off x="4133088" y="591390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</a:t>
            </a:r>
            <a:endParaRPr lang="en-US" sz="1133" dirty="0"/>
          </a:p>
        </p:txBody>
      </p:sp>
      <p:sp>
        <p:nvSpPr>
          <p:cNvPr id="352" name="Shape 350"/>
          <p:cNvSpPr/>
          <p:nvPr/>
        </p:nvSpPr>
        <p:spPr>
          <a:xfrm>
            <a:off x="4949952" y="5828560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3" name="Text 351"/>
          <p:cNvSpPr/>
          <p:nvPr/>
        </p:nvSpPr>
        <p:spPr>
          <a:xfrm>
            <a:off x="4949952" y="591390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</a:t>
            </a:r>
            <a:endParaRPr lang="en-US" sz="1133" dirty="0"/>
          </a:p>
        </p:txBody>
      </p:sp>
      <p:sp>
        <p:nvSpPr>
          <p:cNvPr id="354" name="Shape 352"/>
          <p:cNvSpPr/>
          <p:nvPr/>
        </p:nvSpPr>
        <p:spPr>
          <a:xfrm>
            <a:off x="5766816" y="5828560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5" name="Text 353"/>
          <p:cNvSpPr/>
          <p:nvPr/>
        </p:nvSpPr>
        <p:spPr>
          <a:xfrm>
            <a:off x="5766816" y="591390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</a:t>
            </a:r>
            <a:endParaRPr lang="en-US" sz="1133" dirty="0"/>
          </a:p>
        </p:txBody>
      </p:sp>
      <p:sp>
        <p:nvSpPr>
          <p:cNvPr id="356" name="Shape 354"/>
          <p:cNvSpPr/>
          <p:nvPr/>
        </p:nvSpPr>
        <p:spPr>
          <a:xfrm>
            <a:off x="6583680" y="5828560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7" name="Text 355"/>
          <p:cNvSpPr/>
          <p:nvPr/>
        </p:nvSpPr>
        <p:spPr>
          <a:xfrm>
            <a:off x="6583680" y="591390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n-US" sz="1133" dirty="0"/>
          </a:p>
        </p:txBody>
      </p:sp>
      <p:sp>
        <p:nvSpPr>
          <p:cNvPr id="358" name="Shape 356"/>
          <p:cNvSpPr/>
          <p:nvPr/>
        </p:nvSpPr>
        <p:spPr>
          <a:xfrm>
            <a:off x="7400544" y="5828560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9" name="Text 357"/>
          <p:cNvSpPr/>
          <p:nvPr/>
        </p:nvSpPr>
        <p:spPr>
          <a:xfrm>
            <a:off x="7400544" y="591390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360" name="Shape 358"/>
          <p:cNvSpPr/>
          <p:nvPr/>
        </p:nvSpPr>
        <p:spPr>
          <a:xfrm>
            <a:off x="8217408" y="5828560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1" name="Text 359"/>
          <p:cNvSpPr/>
          <p:nvPr/>
        </p:nvSpPr>
        <p:spPr>
          <a:xfrm>
            <a:off x="8217408" y="591390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362" name="Shape 360"/>
          <p:cNvSpPr/>
          <p:nvPr/>
        </p:nvSpPr>
        <p:spPr>
          <a:xfrm>
            <a:off x="9034272" y="5828560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3" name="Text 361"/>
          <p:cNvSpPr/>
          <p:nvPr/>
        </p:nvSpPr>
        <p:spPr>
          <a:xfrm>
            <a:off x="9034272" y="591390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33" dirty="0"/>
          </a:p>
        </p:txBody>
      </p:sp>
      <p:sp>
        <p:nvSpPr>
          <p:cNvPr id="364" name="Shape 362"/>
          <p:cNvSpPr/>
          <p:nvPr/>
        </p:nvSpPr>
        <p:spPr>
          <a:xfrm>
            <a:off x="9851136" y="5828560"/>
            <a:ext cx="816864" cy="3718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5" name="Text 363"/>
          <p:cNvSpPr/>
          <p:nvPr/>
        </p:nvSpPr>
        <p:spPr>
          <a:xfrm>
            <a:off x="9851136" y="591390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1133" dirty="0"/>
          </a:p>
        </p:txBody>
      </p:sp>
      <p:sp>
        <p:nvSpPr>
          <p:cNvPr id="366" name="Shape 364"/>
          <p:cNvSpPr/>
          <p:nvPr/>
        </p:nvSpPr>
        <p:spPr>
          <a:xfrm>
            <a:off x="10668000" y="5828560"/>
            <a:ext cx="816864" cy="371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7" name="Text 365"/>
          <p:cNvSpPr/>
          <p:nvPr/>
        </p:nvSpPr>
        <p:spPr>
          <a:xfrm>
            <a:off x="10668000" y="5913904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133" dirty="0"/>
          </a:p>
        </p:txBody>
      </p:sp>
      <p:sp>
        <p:nvSpPr>
          <p:cNvPr id="368" name="Shape 366"/>
          <p:cNvSpPr/>
          <p:nvPr/>
        </p:nvSpPr>
        <p:spPr>
          <a:xfrm>
            <a:off x="146304" y="6200416"/>
            <a:ext cx="1682496" cy="371856"/>
          </a:xfrm>
          <a:prstGeom prst="rect">
            <a:avLst/>
          </a:prstGeom>
          <a:solidFill>
            <a:srgbClr val="1C1F2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9" name="Text 367"/>
          <p:cNvSpPr/>
          <p:nvPr/>
        </p:nvSpPr>
        <p:spPr>
          <a:xfrm>
            <a:off x="195072" y="6273568"/>
            <a:ext cx="1560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33" dirty="0"/>
          </a:p>
        </p:txBody>
      </p:sp>
      <p:sp>
        <p:nvSpPr>
          <p:cNvPr id="370" name="Shape 368"/>
          <p:cNvSpPr/>
          <p:nvPr/>
        </p:nvSpPr>
        <p:spPr>
          <a:xfrm>
            <a:off x="1682496" y="6200416"/>
            <a:ext cx="816864" cy="371856"/>
          </a:xfrm>
          <a:prstGeom prst="rect">
            <a:avLst/>
          </a:prstGeom>
          <a:solidFill>
            <a:srgbClr val="1421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1" name="Text 369"/>
          <p:cNvSpPr/>
          <p:nvPr/>
        </p:nvSpPr>
        <p:spPr>
          <a:xfrm>
            <a:off x="1682496" y="628576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367</a:t>
            </a:r>
            <a:endParaRPr lang="en-US" sz="1200" dirty="0"/>
          </a:p>
        </p:txBody>
      </p:sp>
      <p:sp>
        <p:nvSpPr>
          <p:cNvPr id="372" name="Shape 370"/>
          <p:cNvSpPr/>
          <p:nvPr/>
        </p:nvSpPr>
        <p:spPr>
          <a:xfrm>
            <a:off x="2499360" y="6200416"/>
            <a:ext cx="816864" cy="371856"/>
          </a:xfrm>
          <a:prstGeom prst="rect">
            <a:avLst/>
          </a:prstGeom>
          <a:solidFill>
            <a:srgbClr val="1421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3" name="Text 371"/>
          <p:cNvSpPr/>
          <p:nvPr/>
        </p:nvSpPr>
        <p:spPr>
          <a:xfrm>
            <a:off x="2499360" y="628576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332</a:t>
            </a:r>
            <a:endParaRPr lang="en-US" sz="1200" dirty="0"/>
          </a:p>
        </p:txBody>
      </p:sp>
      <p:sp>
        <p:nvSpPr>
          <p:cNvPr id="374" name="Shape 372"/>
          <p:cNvSpPr/>
          <p:nvPr/>
        </p:nvSpPr>
        <p:spPr>
          <a:xfrm>
            <a:off x="3316224" y="6200416"/>
            <a:ext cx="816864" cy="371856"/>
          </a:xfrm>
          <a:prstGeom prst="rect">
            <a:avLst/>
          </a:prstGeom>
          <a:solidFill>
            <a:srgbClr val="1421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5" name="Text 373"/>
          <p:cNvSpPr/>
          <p:nvPr/>
        </p:nvSpPr>
        <p:spPr>
          <a:xfrm>
            <a:off x="3316224" y="628576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</a:t>
            </a:r>
            <a:endParaRPr lang="en-US" sz="1200" dirty="0"/>
          </a:p>
        </p:txBody>
      </p:sp>
      <p:sp>
        <p:nvSpPr>
          <p:cNvPr id="376" name="Shape 374"/>
          <p:cNvSpPr/>
          <p:nvPr/>
        </p:nvSpPr>
        <p:spPr>
          <a:xfrm>
            <a:off x="4133088" y="6200416"/>
            <a:ext cx="816864" cy="371856"/>
          </a:xfrm>
          <a:prstGeom prst="rect">
            <a:avLst/>
          </a:prstGeom>
          <a:solidFill>
            <a:srgbClr val="1421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7" name="Text 375"/>
          <p:cNvSpPr/>
          <p:nvPr/>
        </p:nvSpPr>
        <p:spPr>
          <a:xfrm>
            <a:off x="4133088" y="628576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</a:t>
            </a:r>
            <a:endParaRPr lang="en-US" sz="1200" dirty="0"/>
          </a:p>
        </p:txBody>
      </p:sp>
      <p:sp>
        <p:nvSpPr>
          <p:cNvPr id="378" name="Shape 376"/>
          <p:cNvSpPr/>
          <p:nvPr/>
        </p:nvSpPr>
        <p:spPr>
          <a:xfrm>
            <a:off x="4949952" y="6200416"/>
            <a:ext cx="816864" cy="371856"/>
          </a:xfrm>
          <a:prstGeom prst="rect">
            <a:avLst/>
          </a:prstGeom>
          <a:solidFill>
            <a:srgbClr val="1421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9" name="Text 377"/>
          <p:cNvSpPr/>
          <p:nvPr/>
        </p:nvSpPr>
        <p:spPr>
          <a:xfrm>
            <a:off x="4949952" y="628576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</a:t>
            </a:r>
            <a:endParaRPr lang="en-US" sz="1200" dirty="0"/>
          </a:p>
        </p:txBody>
      </p:sp>
      <p:sp>
        <p:nvSpPr>
          <p:cNvPr id="380" name="Shape 378"/>
          <p:cNvSpPr/>
          <p:nvPr/>
        </p:nvSpPr>
        <p:spPr>
          <a:xfrm>
            <a:off x="5766816" y="6200416"/>
            <a:ext cx="816864" cy="371856"/>
          </a:xfrm>
          <a:prstGeom prst="rect">
            <a:avLst/>
          </a:prstGeom>
          <a:solidFill>
            <a:srgbClr val="1421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1" name="Text 379"/>
          <p:cNvSpPr/>
          <p:nvPr/>
        </p:nvSpPr>
        <p:spPr>
          <a:xfrm>
            <a:off x="5766816" y="628576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</a:t>
            </a:r>
            <a:endParaRPr lang="en-US" sz="1200" dirty="0"/>
          </a:p>
        </p:txBody>
      </p:sp>
      <p:sp>
        <p:nvSpPr>
          <p:cNvPr id="382" name="Shape 380"/>
          <p:cNvSpPr/>
          <p:nvPr/>
        </p:nvSpPr>
        <p:spPr>
          <a:xfrm>
            <a:off x="6583680" y="6200416"/>
            <a:ext cx="816864" cy="371856"/>
          </a:xfrm>
          <a:prstGeom prst="rect">
            <a:avLst/>
          </a:prstGeom>
          <a:solidFill>
            <a:srgbClr val="1421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3" name="Text 381"/>
          <p:cNvSpPr/>
          <p:nvPr/>
        </p:nvSpPr>
        <p:spPr>
          <a:xfrm>
            <a:off x="6583680" y="628576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1200" dirty="0"/>
          </a:p>
        </p:txBody>
      </p:sp>
      <p:sp>
        <p:nvSpPr>
          <p:cNvPr id="384" name="Shape 382"/>
          <p:cNvSpPr/>
          <p:nvPr/>
        </p:nvSpPr>
        <p:spPr>
          <a:xfrm>
            <a:off x="7400544" y="6200416"/>
            <a:ext cx="816864" cy="371856"/>
          </a:xfrm>
          <a:prstGeom prst="rect">
            <a:avLst/>
          </a:prstGeom>
          <a:solidFill>
            <a:srgbClr val="1421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5" name="Text 383"/>
          <p:cNvSpPr/>
          <p:nvPr/>
        </p:nvSpPr>
        <p:spPr>
          <a:xfrm>
            <a:off x="7400544" y="628576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</a:t>
            </a:r>
            <a:endParaRPr lang="en-US" sz="1200" dirty="0"/>
          </a:p>
        </p:txBody>
      </p:sp>
      <p:sp>
        <p:nvSpPr>
          <p:cNvPr id="386" name="Shape 384"/>
          <p:cNvSpPr/>
          <p:nvPr/>
        </p:nvSpPr>
        <p:spPr>
          <a:xfrm>
            <a:off x="8217408" y="6200416"/>
            <a:ext cx="816864" cy="371856"/>
          </a:xfrm>
          <a:prstGeom prst="rect">
            <a:avLst/>
          </a:prstGeom>
          <a:solidFill>
            <a:srgbClr val="1421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7" name="Text 385"/>
          <p:cNvSpPr/>
          <p:nvPr/>
        </p:nvSpPr>
        <p:spPr>
          <a:xfrm>
            <a:off x="8217408" y="628576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1200" dirty="0"/>
          </a:p>
        </p:txBody>
      </p:sp>
      <p:sp>
        <p:nvSpPr>
          <p:cNvPr id="388" name="Shape 386"/>
          <p:cNvSpPr/>
          <p:nvPr/>
        </p:nvSpPr>
        <p:spPr>
          <a:xfrm>
            <a:off x="9034272" y="6200416"/>
            <a:ext cx="816864" cy="371856"/>
          </a:xfrm>
          <a:prstGeom prst="rect">
            <a:avLst/>
          </a:prstGeom>
          <a:solidFill>
            <a:srgbClr val="1421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9" name="Text 387"/>
          <p:cNvSpPr/>
          <p:nvPr/>
        </p:nvSpPr>
        <p:spPr>
          <a:xfrm>
            <a:off x="9034272" y="628576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1200" dirty="0"/>
          </a:p>
        </p:txBody>
      </p:sp>
      <p:sp>
        <p:nvSpPr>
          <p:cNvPr id="390" name="Shape 388"/>
          <p:cNvSpPr/>
          <p:nvPr/>
        </p:nvSpPr>
        <p:spPr>
          <a:xfrm>
            <a:off x="9851136" y="6200416"/>
            <a:ext cx="816864" cy="371856"/>
          </a:xfrm>
          <a:prstGeom prst="rect">
            <a:avLst/>
          </a:prstGeom>
          <a:solidFill>
            <a:srgbClr val="1421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1" name="Text 389"/>
          <p:cNvSpPr/>
          <p:nvPr/>
        </p:nvSpPr>
        <p:spPr>
          <a:xfrm>
            <a:off x="9851136" y="628576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1200" dirty="0"/>
          </a:p>
        </p:txBody>
      </p:sp>
      <p:sp>
        <p:nvSpPr>
          <p:cNvPr id="392" name="Shape 390"/>
          <p:cNvSpPr/>
          <p:nvPr/>
        </p:nvSpPr>
        <p:spPr>
          <a:xfrm>
            <a:off x="10668000" y="6200416"/>
            <a:ext cx="816864" cy="371856"/>
          </a:xfrm>
          <a:prstGeom prst="rect">
            <a:avLst/>
          </a:prstGeom>
          <a:solidFill>
            <a:srgbClr val="1421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3" name="Text 391"/>
          <p:cNvSpPr/>
          <p:nvPr/>
        </p:nvSpPr>
        <p:spPr>
          <a:xfrm>
            <a:off x="10668000" y="6285760"/>
            <a:ext cx="81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B75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200" dirty="0"/>
          </a:p>
        </p:txBody>
      </p:sp>
      <p:sp>
        <p:nvSpPr>
          <p:cNvPr id="395" name="Text 393"/>
          <p:cNvSpPr/>
          <p:nvPr/>
        </p:nvSpPr>
        <p:spPr>
          <a:xfrm>
            <a:off x="304800" y="6496763"/>
            <a:ext cx="115824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Red = &gt;100 hrs  |  Orange = &gt;50 hrs  |  IG.19 &amp; IG.20 worst in No Operator  |  IG.12 &amp; IG.17 high in Not In Plan</a:t>
            </a:r>
            <a:endParaRPr lang="en-US" sz="1267" dirty="0"/>
          </a:p>
        </p:txBody>
      </p:sp>
      <p:pic>
        <p:nvPicPr>
          <p:cNvPr id="397" name="Picture 396">
            <a:extLst>
              <a:ext uri="{FF2B5EF4-FFF2-40B4-BE49-F238E27FC236}">
                <a16:creationId xmlns:a16="http://schemas.microsoft.com/office/drawing/2014/main" id="{93A95752-B1E4-4095-FB5A-CEC655C9A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5121" y="15802"/>
            <a:ext cx="1580980" cy="8659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A0710-6631-7AC7-A686-B95B51F57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280751F-002A-94CA-E2D5-11CF8512BFE8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1A2E5A"/>
            </a:solidFill>
            <a:prstDash val="solid"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4B721F3-9A59-1623-E3EB-391BB8DF311D}"/>
              </a:ext>
            </a:extLst>
          </p:cNvPr>
          <p:cNvSpPr/>
          <p:nvPr/>
        </p:nvSpPr>
        <p:spPr>
          <a:xfrm>
            <a:off x="0" y="914400"/>
            <a:ext cx="12192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59EE2E2-0717-F32E-B3E3-0FCA20C5791D}"/>
              </a:ext>
            </a:extLst>
          </p:cNvPr>
          <p:cNvSpPr/>
          <p:nvPr/>
        </p:nvSpPr>
        <p:spPr>
          <a:xfrm>
            <a:off x="365760" y="73152"/>
            <a:ext cx="103632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933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188145EC-D032-7B4A-37DC-D8F97223A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5121" y="15802"/>
            <a:ext cx="1580980" cy="865919"/>
          </a:xfrm>
          <a:prstGeom prst="rect">
            <a:avLst/>
          </a:prstGeom>
        </p:spPr>
      </p:pic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A1084040-BA52-B139-38D2-E0865FEFEE71}"/>
              </a:ext>
            </a:extLst>
          </p:cNvPr>
          <p:cNvGraphicFramePr>
            <a:graphicFrameLocks noGrp="1"/>
          </p:cNvGraphicFramePr>
          <p:nvPr/>
        </p:nvGraphicFramePr>
        <p:xfrm>
          <a:off x="254001" y="1068832"/>
          <a:ext cx="11318240" cy="4977120"/>
        </p:xfrm>
        <a:graphic>
          <a:graphicData uri="http://schemas.openxmlformats.org/drawingml/2006/table">
            <a:tbl>
              <a:tblPr/>
              <a:tblGrid>
                <a:gridCol w="967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7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4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4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77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4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61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961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M/c2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M/C Plan Qty.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Good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Rework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IN Running REJ.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Down Time (Hrs)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Total Loss Qty.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60,997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48,836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50,253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8,497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37,097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21,625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22,252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8,727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21,474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13,855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25,877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13,808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62,622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49,901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50,249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50,667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33,484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35,407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52,484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42,431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42,761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13,697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38,763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23,871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24,613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10,443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0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32,035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15,504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16,213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9,928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0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0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28,290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12,159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12,880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429,523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283,731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9,455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290,626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86,147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" name="Text 1">
            <a:extLst>
              <a:ext uri="{FF2B5EF4-FFF2-40B4-BE49-F238E27FC236}">
                <a16:creationId xmlns:a16="http://schemas.microsoft.com/office/drawing/2014/main" id="{85C6310C-7898-4F12-CCBA-62421C90823D}"/>
              </a:ext>
            </a:extLst>
          </p:cNvPr>
          <p:cNvSpPr/>
          <p:nvPr/>
        </p:nvSpPr>
        <p:spPr>
          <a:xfrm>
            <a:off x="298027" y="101600"/>
            <a:ext cx="8547947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Planning And Achievement Summary Sheet  Feb-2026  </a:t>
            </a:r>
            <a:endParaRPr lang="en-US" sz="2267" dirty="0"/>
          </a:p>
        </p:txBody>
      </p:sp>
    </p:spTree>
    <p:extLst>
      <p:ext uri="{BB962C8B-B14F-4D97-AF65-F5344CB8AC3E}">
        <p14:creationId xmlns:p14="http://schemas.microsoft.com/office/powerpoint/2010/main" val="1740914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9A231-2BA1-2E21-8D70-8FC8F3AD9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3" action="ppaction://hlinksldjump"/>
            <a:extLst>
              <a:ext uri="{FF2B5EF4-FFF2-40B4-BE49-F238E27FC236}">
                <a16:creationId xmlns:a16="http://schemas.microsoft.com/office/drawing/2014/main" id="{A09D3138-E2B2-B877-2242-B4707E01A4F6}"/>
              </a:ext>
            </a:extLst>
          </p:cNvPr>
          <p:cNvSpPr/>
          <p:nvPr/>
        </p:nvSpPr>
        <p:spPr>
          <a:xfrm>
            <a:off x="0" y="-9379"/>
            <a:ext cx="12192000" cy="914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1A2E5A"/>
            </a:solidFill>
            <a:prstDash val="solid"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97FA00-A16C-F6A2-C4BF-EF1655AD0B84}"/>
              </a:ext>
            </a:extLst>
          </p:cNvPr>
          <p:cNvSpPr/>
          <p:nvPr/>
        </p:nvSpPr>
        <p:spPr>
          <a:xfrm>
            <a:off x="0" y="914400"/>
            <a:ext cx="12192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FB409FC-F243-6C0A-334B-3C712AF1FF84}"/>
              </a:ext>
            </a:extLst>
          </p:cNvPr>
          <p:cNvSpPr/>
          <p:nvPr/>
        </p:nvSpPr>
        <p:spPr>
          <a:xfrm>
            <a:off x="365760" y="73152"/>
            <a:ext cx="103632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latin typeface="Clibari"/>
                <a:ea typeface="Liter" pitchFamily="34" charset="-122"/>
                <a:cs typeface="Liter" pitchFamily="34" charset="-120"/>
              </a:rPr>
              <a:t>IG Rework (ppm)</a:t>
            </a:r>
            <a:endParaRPr lang="en-US" sz="3200" b="1" dirty="0">
              <a:latin typeface="Cliba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7E6F1A1-4104-00BD-8DBD-D8AA39FB26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5121" y="15802"/>
            <a:ext cx="1580980" cy="865919"/>
          </a:xfrm>
          <a:prstGeom prst="rect">
            <a:avLst/>
          </a:prstGeom>
        </p:spPr>
      </p:pic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2FB37964-E0CA-7D67-CF77-B5A56FE0BCDF}"/>
              </a:ext>
            </a:extLst>
          </p:cNvPr>
          <p:cNvGraphicFramePr>
            <a:graphicFrameLocks noGrp="1"/>
          </p:cNvGraphicFramePr>
          <p:nvPr/>
        </p:nvGraphicFramePr>
        <p:xfrm>
          <a:off x="384262" y="1018624"/>
          <a:ext cx="6429491" cy="5334000"/>
        </p:xfrm>
        <a:graphic>
          <a:graphicData uri="http://schemas.openxmlformats.org/drawingml/2006/table">
            <a:tbl>
              <a:tblPr/>
              <a:tblGrid>
                <a:gridCol w="1321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1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3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34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M/c2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M/C Plan Qty.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Good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Rework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0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60,997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48,836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IG.04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37,097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21,625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21,474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13,855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25,877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13,808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62,622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49,901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50,667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33,484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2,055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52,484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42,431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13,697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38,763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23,871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32,035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15,504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5,520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2,641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IG.20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28,290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12,059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Total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429,523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283,731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9,455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Shape 2">
            <a:extLst>
              <a:ext uri="{FF2B5EF4-FFF2-40B4-BE49-F238E27FC236}">
                <a16:creationId xmlns:a16="http://schemas.microsoft.com/office/drawing/2014/main" id="{BE7E78B2-5241-BE0C-D3FF-B7655E746C90}"/>
              </a:ext>
            </a:extLst>
          </p:cNvPr>
          <p:cNvSpPr/>
          <p:nvPr/>
        </p:nvSpPr>
        <p:spPr>
          <a:xfrm>
            <a:off x="698092" y="6406701"/>
            <a:ext cx="268224" cy="2682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8CDA895-471E-6EDE-AEAE-B6A2F71A8030}"/>
              </a:ext>
            </a:extLst>
          </p:cNvPr>
          <p:cNvSpPr/>
          <p:nvPr/>
        </p:nvSpPr>
        <p:spPr>
          <a:xfrm>
            <a:off x="1039468" y="6406701"/>
            <a:ext cx="21855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Rework &gt;= 1000 (Action Needed)</a:t>
            </a:r>
            <a:endParaRPr lang="en-US" sz="12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2F57CA15-944C-00BD-6C82-C50D99B80813}"/>
              </a:ext>
            </a:extLst>
          </p:cNvPr>
          <p:cNvSpPr/>
          <p:nvPr/>
        </p:nvSpPr>
        <p:spPr>
          <a:xfrm>
            <a:off x="3330783" y="6424989"/>
            <a:ext cx="268224" cy="268224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F41BCEAC-6745-A045-9EAA-0BB8980EF3BF}"/>
              </a:ext>
            </a:extLst>
          </p:cNvPr>
          <p:cNvSpPr/>
          <p:nvPr/>
        </p:nvSpPr>
        <p:spPr>
          <a:xfrm>
            <a:off x="3725643" y="6370125"/>
            <a:ext cx="2006565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Rework 800 - 999 (Monitor)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230670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344F7-8577-FE2B-9A0F-9158468E4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3" action="ppaction://hlinksldjump"/>
            <a:extLst>
              <a:ext uri="{FF2B5EF4-FFF2-40B4-BE49-F238E27FC236}">
                <a16:creationId xmlns:a16="http://schemas.microsoft.com/office/drawing/2014/main" id="{162D761C-A951-82F2-B19F-AE51E4D98311}"/>
              </a:ext>
            </a:extLst>
          </p:cNvPr>
          <p:cNvSpPr/>
          <p:nvPr/>
        </p:nvSpPr>
        <p:spPr>
          <a:xfrm>
            <a:off x="0" y="-9379"/>
            <a:ext cx="12192000" cy="914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1A2E5A"/>
            </a:solidFill>
            <a:prstDash val="solid"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46E122E-AD4F-FC20-3481-53DFC573185B}"/>
              </a:ext>
            </a:extLst>
          </p:cNvPr>
          <p:cNvSpPr/>
          <p:nvPr/>
        </p:nvSpPr>
        <p:spPr>
          <a:xfrm>
            <a:off x="0" y="914400"/>
            <a:ext cx="12192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E7C8576-00F3-DF66-E4C6-E32C0EAC9C7A}"/>
              </a:ext>
            </a:extLst>
          </p:cNvPr>
          <p:cNvSpPr/>
          <p:nvPr/>
        </p:nvSpPr>
        <p:spPr>
          <a:xfrm>
            <a:off x="365760" y="73152"/>
            <a:ext cx="103632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latin typeface="Clibari"/>
                <a:ea typeface="Liter" pitchFamily="34" charset="-122"/>
                <a:cs typeface="Liter" pitchFamily="34" charset="-120"/>
              </a:rPr>
              <a:t>IG Rework (ppm)</a:t>
            </a:r>
            <a:endParaRPr lang="en-US" sz="3200" b="1" dirty="0">
              <a:latin typeface="Cliba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F327B1-C386-55E8-EA4D-AFF2FFD603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5121" y="15802"/>
            <a:ext cx="1580980" cy="865919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424961BF-5DC3-C3B8-5918-5B4ACCACC187}"/>
              </a:ext>
            </a:extLst>
          </p:cNvPr>
          <p:cNvSpPr/>
          <p:nvPr/>
        </p:nvSpPr>
        <p:spPr>
          <a:xfrm>
            <a:off x="698092" y="6020621"/>
            <a:ext cx="268224" cy="2682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49C96D7-C3D5-C784-6301-42304BD9CD48}"/>
              </a:ext>
            </a:extLst>
          </p:cNvPr>
          <p:cNvSpPr/>
          <p:nvPr/>
        </p:nvSpPr>
        <p:spPr>
          <a:xfrm>
            <a:off x="1039468" y="6020621"/>
            <a:ext cx="21855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Rework &gt;= 1000 (Action Needed)</a:t>
            </a:r>
            <a:endParaRPr lang="en-US" sz="12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4168C168-7259-0CBB-B9BB-B64FFE65D6D3}"/>
              </a:ext>
            </a:extLst>
          </p:cNvPr>
          <p:cNvSpPr/>
          <p:nvPr/>
        </p:nvSpPr>
        <p:spPr>
          <a:xfrm>
            <a:off x="3330783" y="6038909"/>
            <a:ext cx="268224" cy="268224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20CE977D-98ED-7FFC-784E-E2DB491C28D0}"/>
              </a:ext>
            </a:extLst>
          </p:cNvPr>
          <p:cNvSpPr/>
          <p:nvPr/>
        </p:nvSpPr>
        <p:spPr>
          <a:xfrm>
            <a:off x="3725643" y="5984045"/>
            <a:ext cx="2006565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Rework 800 - 999 (Monitor)</a:t>
            </a:r>
            <a:endParaRPr lang="en-US" sz="1200" dirty="0"/>
          </a:p>
        </p:txBody>
      </p:sp>
      <p:graphicFrame>
        <p:nvGraphicFramePr>
          <p:cNvPr id="12" name="Table 1">
            <a:extLst>
              <a:ext uri="{FF2B5EF4-FFF2-40B4-BE49-F238E27FC236}">
                <a16:creationId xmlns:a16="http://schemas.microsoft.com/office/drawing/2014/main" id="{547EE3A7-BE24-EF47-1037-E18C20E00953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1767840"/>
          <a:ext cx="9875520" cy="4023360"/>
        </p:xfrm>
        <a:graphic>
          <a:graphicData uri="http://schemas.openxmlformats.org/drawingml/2006/table">
            <a:tbl>
              <a:tblPr/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60,997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48,836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13,289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37,097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21,625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52,486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21,474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13,855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50,812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25,877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13,808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C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67,352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62,622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49,901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13,887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50,667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33,484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61,373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52,484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42,431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13,697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94,122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38,763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23,871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C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37,661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32,035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15,504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C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60,888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83,302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28,290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34,082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D8931348-FE63-2077-9DA3-7AC217511E47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1341120"/>
          <a:ext cx="9875520" cy="426720"/>
        </p:xfrm>
        <a:graphic>
          <a:graphicData uri="http://schemas.openxmlformats.org/drawingml/2006/table">
            <a:tbl>
              <a:tblPr/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Qty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Qty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8095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04B21-2C6F-F085-0E29-5BE8257EA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3" action="ppaction://hlinksldjump"/>
            <a:extLst>
              <a:ext uri="{FF2B5EF4-FFF2-40B4-BE49-F238E27FC236}">
                <a16:creationId xmlns:a16="http://schemas.microsoft.com/office/drawing/2014/main" id="{5138D489-1F6F-0250-ABB6-FD82548B0CCA}"/>
              </a:ext>
            </a:extLst>
          </p:cNvPr>
          <p:cNvSpPr/>
          <p:nvPr/>
        </p:nvSpPr>
        <p:spPr>
          <a:xfrm>
            <a:off x="0" y="-9379"/>
            <a:ext cx="12192000" cy="914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1A2E5A"/>
            </a:solidFill>
            <a:prstDash val="solid"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BD579A3-D561-E6F4-9AEC-93699AE2F353}"/>
              </a:ext>
            </a:extLst>
          </p:cNvPr>
          <p:cNvSpPr/>
          <p:nvPr/>
        </p:nvSpPr>
        <p:spPr>
          <a:xfrm>
            <a:off x="0" y="914400"/>
            <a:ext cx="12192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D55423-2961-6DB8-C5CA-DC04D02DD9C0}"/>
              </a:ext>
            </a:extLst>
          </p:cNvPr>
          <p:cNvSpPr/>
          <p:nvPr/>
        </p:nvSpPr>
        <p:spPr>
          <a:xfrm>
            <a:off x="365760" y="272125"/>
            <a:ext cx="10363200" cy="417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ea typeface="Liter" pitchFamily="34" charset="-122"/>
                <a:cs typeface="Liter" pitchFamily="34" charset="-120"/>
              </a:rPr>
              <a:t> IG Rejection (ppm)</a:t>
            </a:r>
            <a:endParaRPr lang="en-US" sz="32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8E3CA62-4A3F-F320-03F9-3F6A7240EC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5121" y="15802"/>
            <a:ext cx="1580980" cy="865919"/>
          </a:xfrm>
          <a:prstGeom prst="rect">
            <a:avLst/>
          </a:prstGeom>
        </p:spPr>
      </p:pic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57C4E072-8DFF-015D-C650-601EC4D4E77C}"/>
              </a:ext>
            </a:extLst>
          </p:cNvPr>
          <p:cNvGraphicFramePr>
            <a:graphicFrameLocks noGrp="1"/>
          </p:cNvGraphicFramePr>
          <p:nvPr/>
        </p:nvGraphicFramePr>
        <p:xfrm>
          <a:off x="375146" y="1034759"/>
          <a:ext cx="6460711" cy="5334000"/>
        </p:xfrm>
        <a:graphic>
          <a:graphicData uri="http://schemas.openxmlformats.org/drawingml/2006/table">
            <a:tbl>
              <a:tblPr/>
              <a:tblGrid>
                <a:gridCol w="1327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0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1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15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M/c2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M/C Plan Qty.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Good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IN Running REJ.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0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60,997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48,836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1,299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IG.04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37,097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21,625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21,474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13,855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25,877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13,808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62,622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49,901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50,667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33,484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52,484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42,431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13,697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38,763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23,871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32,035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15,504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5,520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2,641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IG.20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28,290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12,059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Total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429,523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283,731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Shape 2">
            <a:extLst>
              <a:ext uri="{FF2B5EF4-FFF2-40B4-BE49-F238E27FC236}">
                <a16:creationId xmlns:a16="http://schemas.microsoft.com/office/drawing/2014/main" id="{EF656A8C-05AD-DD6D-19F4-9F54BE2AF1A3}"/>
              </a:ext>
            </a:extLst>
          </p:cNvPr>
          <p:cNvSpPr/>
          <p:nvPr/>
        </p:nvSpPr>
        <p:spPr>
          <a:xfrm>
            <a:off x="557495" y="6474264"/>
            <a:ext cx="268224" cy="268224"/>
          </a:xfrm>
          <a:prstGeom prst="rect">
            <a:avLst/>
          </a:prstGeom>
          <a:solidFill>
            <a:srgbClr val="FF000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77F828C-A277-418E-BAE9-A345F06B750C}"/>
              </a:ext>
            </a:extLst>
          </p:cNvPr>
          <p:cNvSpPr/>
          <p:nvPr/>
        </p:nvSpPr>
        <p:spPr>
          <a:xfrm>
            <a:off x="898872" y="6437688"/>
            <a:ext cx="2112657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REJ &gt;= 1000 (Action Needed)</a:t>
            </a:r>
            <a:endParaRPr lang="en-US" sz="1333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A80A17AD-0EB3-7479-6F54-6B88B619F2D8}"/>
              </a:ext>
            </a:extLst>
          </p:cNvPr>
          <p:cNvSpPr/>
          <p:nvPr/>
        </p:nvSpPr>
        <p:spPr>
          <a:xfrm>
            <a:off x="3163665" y="6474264"/>
            <a:ext cx="268224" cy="268224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E927B2E-C8BF-88B2-C961-B6C2EB117161}"/>
              </a:ext>
            </a:extLst>
          </p:cNvPr>
          <p:cNvSpPr/>
          <p:nvPr/>
        </p:nvSpPr>
        <p:spPr>
          <a:xfrm>
            <a:off x="3584028" y="6437688"/>
            <a:ext cx="1886741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REJ 500 - 999 (Monitor)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45077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3FF3C-3471-1C9E-8F76-600480860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3" action="ppaction://hlinksldjump"/>
            <a:extLst>
              <a:ext uri="{FF2B5EF4-FFF2-40B4-BE49-F238E27FC236}">
                <a16:creationId xmlns:a16="http://schemas.microsoft.com/office/drawing/2014/main" id="{D0AAC71C-9268-02AD-C3F1-ED97932DFBE3}"/>
              </a:ext>
            </a:extLst>
          </p:cNvPr>
          <p:cNvSpPr/>
          <p:nvPr/>
        </p:nvSpPr>
        <p:spPr>
          <a:xfrm>
            <a:off x="0" y="-9379"/>
            <a:ext cx="12192000" cy="914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1A2E5A"/>
            </a:solidFill>
            <a:prstDash val="solid"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0FDC6D4-F03C-3BF8-D85B-D63384877BFD}"/>
              </a:ext>
            </a:extLst>
          </p:cNvPr>
          <p:cNvSpPr/>
          <p:nvPr/>
        </p:nvSpPr>
        <p:spPr>
          <a:xfrm>
            <a:off x="0" y="914400"/>
            <a:ext cx="12192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587C6FC-CEBE-6DB1-B04F-2E1C7F71090C}"/>
              </a:ext>
            </a:extLst>
          </p:cNvPr>
          <p:cNvSpPr/>
          <p:nvPr/>
        </p:nvSpPr>
        <p:spPr>
          <a:xfrm>
            <a:off x="365760" y="272125"/>
            <a:ext cx="10363200" cy="417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ea typeface="Liter" pitchFamily="34" charset="-122"/>
                <a:cs typeface="Liter" pitchFamily="34" charset="-120"/>
              </a:rPr>
              <a:t> IG Rejection (ppm)</a:t>
            </a:r>
            <a:endParaRPr lang="en-US" sz="32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056507E-B783-A3AB-C1F9-89AF39C82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5121" y="15802"/>
            <a:ext cx="1580980" cy="865919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E0A3EC2E-62F5-6C5C-9C2E-E81A83C2DCBF}"/>
              </a:ext>
            </a:extLst>
          </p:cNvPr>
          <p:cNvSpPr/>
          <p:nvPr/>
        </p:nvSpPr>
        <p:spPr>
          <a:xfrm>
            <a:off x="557495" y="6169464"/>
            <a:ext cx="268224" cy="268224"/>
          </a:xfrm>
          <a:prstGeom prst="rect">
            <a:avLst/>
          </a:prstGeom>
          <a:solidFill>
            <a:srgbClr val="FF000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03EF817C-CAC1-D0AF-8E0D-4C1073D8FC0F}"/>
              </a:ext>
            </a:extLst>
          </p:cNvPr>
          <p:cNvSpPr/>
          <p:nvPr/>
        </p:nvSpPr>
        <p:spPr>
          <a:xfrm>
            <a:off x="898872" y="6132888"/>
            <a:ext cx="2112657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REJ &gt;= 1000 (Action Needed)</a:t>
            </a:r>
            <a:endParaRPr lang="en-US" sz="1333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480EAFCC-237C-5BF9-7AEB-9CD854A5198A}"/>
              </a:ext>
            </a:extLst>
          </p:cNvPr>
          <p:cNvSpPr/>
          <p:nvPr/>
        </p:nvSpPr>
        <p:spPr>
          <a:xfrm>
            <a:off x="3163665" y="6169464"/>
            <a:ext cx="268224" cy="268224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E5AD843-A78D-0FC0-4264-E19D9E668489}"/>
              </a:ext>
            </a:extLst>
          </p:cNvPr>
          <p:cNvSpPr/>
          <p:nvPr/>
        </p:nvSpPr>
        <p:spPr>
          <a:xfrm>
            <a:off x="3584028" y="6132888"/>
            <a:ext cx="1886741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REJ 500 - 999 (Monitor)</a:t>
            </a:r>
            <a:endParaRPr lang="en-US" sz="1333" dirty="0"/>
          </a:p>
        </p:txBody>
      </p:sp>
      <p:graphicFrame>
        <p:nvGraphicFramePr>
          <p:cNvPr id="10" name="Table 1">
            <a:extLst>
              <a:ext uri="{FF2B5EF4-FFF2-40B4-BE49-F238E27FC236}">
                <a16:creationId xmlns:a16="http://schemas.microsoft.com/office/drawing/2014/main" id="{AC6AD889-03CD-BC67-FEDA-BC7B0EB2EE6A}"/>
              </a:ext>
            </a:extLst>
          </p:cNvPr>
          <p:cNvGraphicFramePr>
            <a:graphicFrameLocks noGrp="1"/>
          </p:cNvGraphicFramePr>
          <p:nvPr/>
        </p:nvGraphicFramePr>
        <p:xfrm>
          <a:off x="304801" y="1767840"/>
          <a:ext cx="8138160" cy="4023360"/>
        </p:xfrm>
        <a:graphic>
          <a:graphicData uri="http://schemas.openxmlformats.org/drawingml/2006/table">
            <a:tbl>
              <a:tblPr/>
              <a:tblGrid>
                <a:gridCol w="1306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8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8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8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8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60,997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48,836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13,289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37,097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21,625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52,486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21,474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13,855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50,812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25,877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13,808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C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67,352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62,622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49,901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13,887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50,667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33,484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61,373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52,484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42,431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13,697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94,122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38,763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23,871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C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37,661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32,035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15,504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C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60,888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83,302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28,290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34,082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91F15136-3FAE-60CF-07A9-E0D5FCEC556D}"/>
              </a:ext>
            </a:extLst>
          </p:cNvPr>
          <p:cNvGraphicFramePr>
            <a:graphicFrameLocks noGrp="1"/>
          </p:cNvGraphicFramePr>
          <p:nvPr/>
        </p:nvGraphicFramePr>
        <p:xfrm>
          <a:off x="304801" y="1341120"/>
          <a:ext cx="8138160" cy="426720"/>
        </p:xfrm>
        <a:graphic>
          <a:graphicData uri="http://schemas.openxmlformats.org/drawingml/2006/table">
            <a:tbl>
              <a:tblPr/>
              <a:tblGrid>
                <a:gridCol w="1306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8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8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8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8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Qty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Qty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9981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4256-F998-A9BC-BCC0-E974526A6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3" action="ppaction://hlinksldjump"/>
            <a:extLst>
              <a:ext uri="{FF2B5EF4-FFF2-40B4-BE49-F238E27FC236}">
                <a16:creationId xmlns:a16="http://schemas.microsoft.com/office/drawing/2014/main" id="{F428F28F-03A3-C9C1-12E7-5D57FB54C909}"/>
              </a:ext>
            </a:extLst>
          </p:cNvPr>
          <p:cNvSpPr/>
          <p:nvPr/>
        </p:nvSpPr>
        <p:spPr>
          <a:xfrm>
            <a:off x="0" y="-9379"/>
            <a:ext cx="12192000" cy="914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1A2E5A"/>
            </a:solidFill>
            <a:prstDash val="solid"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751752C-B9D4-0715-0C11-9D6935EBB300}"/>
              </a:ext>
            </a:extLst>
          </p:cNvPr>
          <p:cNvSpPr/>
          <p:nvPr/>
        </p:nvSpPr>
        <p:spPr>
          <a:xfrm>
            <a:off x="0" y="914400"/>
            <a:ext cx="12192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0994C5B-9968-0362-4CDE-00FAC2E3BD60}"/>
              </a:ext>
            </a:extLst>
          </p:cNvPr>
          <p:cNvSpPr/>
          <p:nvPr/>
        </p:nvSpPr>
        <p:spPr>
          <a:xfrm>
            <a:off x="365760" y="73152"/>
            <a:ext cx="103632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ea typeface="Liter" pitchFamily="34" charset="-122"/>
              </a:rPr>
              <a:t>Average Output per person Production</a:t>
            </a:r>
            <a:endParaRPr lang="en-US" sz="32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DC6E08D-1FEB-1905-FEB2-3848A8430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5121" y="15802"/>
            <a:ext cx="1580980" cy="865919"/>
          </a:xfrm>
          <a:prstGeom prst="rect">
            <a:avLst/>
          </a:prstGeom>
        </p:spPr>
      </p:pic>
      <p:graphicFrame>
        <p:nvGraphicFramePr>
          <p:cNvPr id="741" name="Table 0">
            <a:extLst>
              <a:ext uri="{FF2B5EF4-FFF2-40B4-BE49-F238E27FC236}">
                <a16:creationId xmlns:a16="http://schemas.microsoft.com/office/drawing/2014/main" id="{E4B1FEA8-534F-F188-A232-9A6BDC20BFB3}"/>
              </a:ext>
            </a:extLst>
          </p:cNvPr>
          <p:cNvGraphicFramePr>
            <a:graphicFrameLocks noGrp="1"/>
          </p:cNvGraphicFramePr>
          <p:nvPr/>
        </p:nvGraphicFramePr>
        <p:xfrm>
          <a:off x="91440" y="920496"/>
          <a:ext cx="12029442" cy="6400800"/>
        </p:xfrm>
        <a:graphic>
          <a:graphicData uri="http://schemas.openxmlformats.org/drawingml/2006/table">
            <a:tbl>
              <a:tblPr/>
              <a:tblGrid>
                <a:gridCol w="1233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7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5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6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48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48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83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30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Shift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Operator Name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Plan Hrs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Rejection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Production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Rework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Scrap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06-Feb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 err="1">
                          <a:solidFill>
                            <a:srgbClr val="1A1A1A"/>
                          </a:solidFill>
                        </a:rPr>
                        <a:t>Pankajbhai</a:t>
                      </a: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A1A1A"/>
                          </a:solidFill>
                        </a:rPr>
                        <a:t>Khasiya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180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368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357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32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21-Feb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Vala Himesh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245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436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410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49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26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17-Feb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Varshaben Mankoliya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400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488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469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19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17-Feb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Hashmukh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350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493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470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23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20-Feb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Vala Himesh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275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528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517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18-Feb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Amit Makampara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360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560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535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57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07-Feb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Pravin Baraiya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365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611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555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42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56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16-Feb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Vala Himesh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330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644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627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07-Feb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Himesh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270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642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630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11-Feb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Varshaben Mankoliya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330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670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670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09-Feb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Abhijitsinh Rana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355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736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686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12-Feb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Pravin Baraiya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355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779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718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27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61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19-Feb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Amit Makampara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440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735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720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63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16-Feb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Hashmukh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395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761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743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10-Feb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Varshaben Mankoliya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385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795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755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39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08-Feb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Varshaben Mankoliya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390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825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783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42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09-Feb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Varshaben Mankoliya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415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873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813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06-Feb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Dilip Panday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405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822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817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11-Feb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Taslimbhai Kondhiya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390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925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900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10-Feb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Akash Kumar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405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973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937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36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0365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8D970-827E-9082-DFBB-B0B1C8AB8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3" action="ppaction://hlinksldjump"/>
            <a:extLst>
              <a:ext uri="{FF2B5EF4-FFF2-40B4-BE49-F238E27FC236}">
                <a16:creationId xmlns:a16="http://schemas.microsoft.com/office/drawing/2014/main" id="{DFFD480D-6C27-DC9B-AAA4-80C966D014FD}"/>
              </a:ext>
            </a:extLst>
          </p:cNvPr>
          <p:cNvSpPr/>
          <p:nvPr/>
        </p:nvSpPr>
        <p:spPr>
          <a:xfrm>
            <a:off x="0" y="-9379"/>
            <a:ext cx="12192000" cy="914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1A2E5A"/>
            </a:solidFill>
            <a:prstDash val="solid"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366E3DF-F0FB-96F5-F620-FD0F061C2D6F}"/>
              </a:ext>
            </a:extLst>
          </p:cNvPr>
          <p:cNvSpPr/>
          <p:nvPr/>
        </p:nvSpPr>
        <p:spPr>
          <a:xfrm>
            <a:off x="0" y="914400"/>
            <a:ext cx="12192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096D199-B45C-C9A7-CD05-FEB49A2B9BEC}"/>
              </a:ext>
            </a:extLst>
          </p:cNvPr>
          <p:cNvSpPr/>
          <p:nvPr/>
        </p:nvSpPr>
        <p:spPr>
          <a:xfrm>
            <a:off x="365760" y="73152"/>
            <a:ext cx="103632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ea typeface="Liter" pitchFamily="34" charset="-122"/>
              </a:rPr>
              <a:t>Average Output per person Production</a:t>
            </a:r>
            <a:endParaRPr lang="en-US" sz="32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1E162A7-4A82-1979-3088-BB23132B59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5121" y="15802"/>
            <a:ext cx="1580980" cy="865919"/>
          </a:xfrm>
          <a:prstGeom prst="rect">
            <a:avLst/>
          </a:prstGeom>
        </p:spPr>
      </p:pic>
      <p:sp>
        <p:nvSpPr>
          <p:cNvPr id="741" name="Shape 6">
            <a:extLst>
              <a:ext uri="{FF2B5EF4-FFF2-40B4-BE49-F238E27FC236}">
                <a16:creationId xmlns:a16="http://schemas.microsoft.com/office/drawing/2014/main" id="{F148D0DA-EAB1-C2E2-E4CE-0C179FC5CEE6}"/>
              </a:ext>
            </a:extLst>
          </p:cNvPr>
          <p:cNvSpPr/>
          <p:nvPr/>
        </p:nvSpPr>
        <p:spPr>
          <a:xfrm>
            <a:off x="304800" y="1072896"/>
            <a:ext cx="10058400" cy="390144"/>
          </a:xfrm>
          <a:prstGeom prst="rect">
            <a:avLst/>
          </a:prstGeom>
          <a:solidFill>
            <a:srgbClr val="1C3A5A"/>
          </a:solidFill>
          <a:ln w="12700">
            <a:solidFill>
              <a:srgbClr val="1C3A5A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742" name="Text 7">
            <a:extLst>
              <a:ext uri="{FF2B5EF4-FFF2-40B4-BE49-F238E27FC236}">
                <a16:creationId xmlns:a16="http://schemas.microsoft.com/office/drawing/2014/main" id="{2F79BE1B-A1B7-AE64-4745-05A1F61FD44C}"/>
              </a:ext>
            </a:extLst>
          </p:cNvPr>
          <p:cNvSpPr/>
          <p:nvPr/>
        </p:nvSpPr>
        <p:spPr>
          <a:xfrm>
            <a:off x="304800" y="1072896"/>
            <a:ext cx="914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267" dirty="0">
              <a:solidFill>
                <a:schemeClr val="bg1"/>
              </a:solidFill>
            </a:endParaRPr>
          </a:p>
        </p:txBody>
      </p:sp>
      <p:sp>
        <p:nvSpPr>
          <p:cNvPr id="743" name="Text 8">
            <a:extLst>
              <a:ext uri="{FF2B5EF4-FFF2-40B4-BE49-F238E27FC236}">
                <a16:creationId xmlns:a16="http://schemas.microsoft.com/office/drawing/2014/main" id="{E99F89B5-1450-5600-0F56-CD5FAB4AD935}"/>
              </a:ext>
            </a:extLst>
          </p:cNvPr>
          <p:cNvSpPr/>
          <p:nvPr/>
        </p:nvSpPr>
        <p:spPr>
          <a:xfrm>
            <a:off x="1219200" y="1072896"/>
            <a:ext cx="6705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endParaRPr lang="en-US" sz="1267" dirty="0">
              <a:solidFill>
                <a:schemeClr val="bg1"/>
              </a:solidFill>
            </a:endParaRPr>
          </a:p>
        </p:txBody>
      </p:sp>
      <p:sp>
        <p:nvSpPr>
          <p:cNvPr id="744" name="Text 9">
            <a:extLst>
              <a:ext uri="{FF2B5EF4-FFF2-40B4-BE49-F238E27FC236}">
                <a16:creationId xmlns:a16="http://schemas.microsoft.com/office/drawing/2014/main" id="{1F7CB813-295C-6C4D-2473-258A1C503DBD}"/>
              </a:ext>
            </a:extLst>
          </p:cNvPr>
          <p:cNvSpPr/>
          <p:nvPr/>
        </p:nvSpPr>
        <p:spPr>
          <a:xfrm>
            <a:off x="1889760" y="1072896"/>
            <a:ext cx="28041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r>
              <a:rPr lang="en-US" sz="1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67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67" dirty="0">
              <a:solidFill>
                <a:schemeClr val="bg1"/>
              </a:solidFill>
            </a:endParaRPr>
          </a:p>
        </p:txBody>
      </p:sp>
      <p:sp>
        <p:nvSpPr>
          <p:cNvPr id="745" name="Text 10">
            <a:extLst>
              <a:ext uri="{FF2B5EF4-FFF2-40B4-BE49-F238E27FC236}">
                <a16:creationId xmlns:a16="http://schemas.microsoft.com/office/drawing/2014/main" id="{2312E4EF-D0A3-DEF9-7BCC-E52F63B9C3BF}"/>
              </a:ext>
            </a:extLst>
          </p:cNvPr>
          <p:cNvSpPr/>
          <p:nvPr/>
        </p:nvSpPr>
        <p:spPr>
          <a:xfrm>
            <a:off x="4693920" y="1072896"/>
            <a:ext cx="914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Hrs</a:t>
            </a:r>
            <a:endParaRPr lang="en-US" sz="1267" dirty="0">
              <a:solidFill>
                <a:schemeClr val="bg1"/>
              </a:solidFill>
            </a:endParaRPr>
          </a:p>
        </p:txBody>
      </p:sp>
      <p:sp>
        <p:nvSpPr>
          <p:cNvPr id="746" name="Text 11">
            <a:extLst>
              <a:ext uri="{FF2B5EF4-FFF2-40B4-BE49-F238E27FC236}">
                <a16:creationId xmlns:a16="http://schemas.microsoft.com/office/drawing/2014/main" id="{0CB686B9-CAF3-57A7-D363-36652297FC9C}"/>
              </a:ext>
            </a:extLst>
          </p:cNvPr>
          <p:cNvSpPr/>
          <p:nvPr/>
        </p:nvSpPr>
        <p:spPr>
          <a:xfrm>
            <a:off x="5608320" y="1072896"/>
            <a:ext cx="10972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Min</a:t>
            </a:r>
            <a:endParaRPr lang="en-US" sz="1267" dirty="0">
              <a:solidFill>
                <a:schemeClr val="bg1"/>
              </a:solidFill>
            </a:endParaRPr>
          </a:p>
        </p:txBody>
      </p:sp>
      <p:sp>
        <p:nvSpPr>
          <p:cNvPr id="747" name="Text 12">
            <a:extLst>
              <a:ext uri="{FF2B5EF4-FFF2-40B4-BE49-F238E27FC236}">
                <a16:creationId xmlns:a16="http://schemas.microsoft.com/office/drawing/2014/main" id="{CD3536D6-6C57-785A-F1A4-F4CB9555BECC}"/>
              </a:ext>
            </a:extLst>
          </p:cNvPr>
          <p:cNvSpPr/>
          <p:nvPr/>
        </p:nvSpPr>
        <p:spPr>
          <a:xfrm>
            <a:off x="6705600" y="1072896"/>
            <a:ext cx="7924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67" dirty="0">
              <a:solidFill>
                <a:schemeClr val="bg1"/>
              </a:solidFill>
            </a:endParaRPr>
          </a:p>
        </p:txBody>
      </p:sp>
      <p:sp>
        <p:nvSpPr>
          <p:cNvPr id="748" name="Text 13">
            <a:extLst>
              <a:ext uri="{FF2B5EF4-FFF2-40B4-BE49-F238E27FC236}">
                <a16:creationId xmlns:a16="http://schemas.microsoft.com/office/drawing/2014/main" id="{D3CD422E-9299-1906-49FE-EF98798E5545}"/>
              </a:ext>
            </a:extLst>
          </p:cNvPr>
          <p:cNvSpPr/>
          <p:nvPr/>
        </p:nvSpPr>
        <p:spPr>
          <a:xfrm>
            <a:off x="7498080" y="1072896"/>
            <a:ext cx="914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267" dirty="0">
              <a:solidFill>
                <a:schemeClr val="bg1"/>
              </a:solidFill>
            </a:endParaRPr>
          </a:p>
        </p:txBody>
      </p:sp>
      <p:sp>
        <p:nvSpPr>
          <p:cNvPr id="749" name="Text 14">
            <a:extLst>
              <a:ext uri="{FF2B5EF4-FFF2-40B4-BE49-F238E27FC236}">
                <a16:creationId xmlns:a16="http://schemas.microsoft.com/office/drawing/2014/main" id="{2DC1B0CC-0BD9-0D56-458F-43C7B5945AA3}"/>
              </a:ext>
            </a:extLst>
          </p:cNvPr>
          <p:cNvSpPr/>
          <p:nvPr/>
        </p:nvSpPr>
        <p:spPr>
          <a:xfrm>
            <a:off x="8412480" y="1072896"/>
            <a:ext cx="914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</a:t>
            </a:r>
            <a:endParaRPr lang="en-US" sz="1267" dirty="0">
              <a:solidFill>
                <a:schemeClr val="bg1"/>
              </a:solidFill>
            </a:endParaRPr>
          </a:p>
        </p:txBody>
      </p:sp>
      <p:sp>
        <p:nvSpPr>
          <p:cNvPr id="750" name="Text 15">
            <a:extLst>
              <a:ext uri="{FF2B5EF4-FFF2-40B4-BE49-F238E27FC236}">
                <a16:creationId xmlns:a16="http://schemas.microsoft.com/office/drawing/2014/main" id="{19136CBB-4552-FC7D-5A45-DD79CED5DBA2}"/>
              </a:ext>
            </a:extLst>
          </p:cNvPr>
          <p:cNvSpPr/>
          <p:nvPr/>
        </p:nvSpPr>
        <p:spPr>
          <a:xfrm>
            <a:off x="9326880" y="1072896"/>
            <a:ext cx="10363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Running REJ.</a:t>
            </a:r>
            <a:endParaRPr lang="en-US" sz="1267" dirty="0">
              <a:solidFill>
                <a:schemeClr val="bg1"/>
              </a:solidFill>
            </a:endParaRPr>
          </a:p>
        </p:txBody>
      </p:sp>
      <p:sp>
        <p:nvSpPr>
          <p:cNvPr id="751" name="Shape 16">
            <a:extLst>
              <a:ext uri="{FF2B5EF4-FFF2-40B4-BE49-F238E27FC236}">
                <a16:creationId xmlns:a16="http://schemas.microsoft.com/office/drawing/2014/main" id="{B1639C23-C85D-D7A3-C49F-670D71F49321}"/>
              </a:ext>
            </a:extLst>
          </p:cNvPr>
          <p:cNvSpPr/>
          <p:nvPr/>
        </p:nvSpPr>
        <p:spPr>
          <a:xfrm>
            <a:off x="304800" y="1463040"/>
            <a:ext cx="10058400" cy="2804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121E2B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752" name="Shape 17">
            <a:extLst>
              <a:ext uri="{FF2B5EF4-FFF2-40B4-BE49-F238E27FC236}">
                <a16:creationId xmlns:a16="http://schemas.microsoft.com/office/drawing/2014/main" id="{FBF8FEB3-2308-41CC-FA42-062A7CD36C6A}"/>
              </a:ext>
            </a:extLst>
          </p:cNvPr>
          <p:cNvSpPr/>
          <p:nvPr/>
        </p:nvSpPr>
        <p:spPr>
          <a:xfrm>
            <a:off x="304800" y="1463040"/>
            <a:ext cx="48768" cy="280416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</p:sp>
      <p:sp>
        <p:nvSpPr>
          <p:cNvPr id="753" name="Text 18">
            <a:extLst>
              <a:ext uri="{FF2B5EF4-FFF2-40B4-BE49-F238E27FC236}">
                <a16:creationId xmlns:a16="http://schemas.microsoft.com/office/drawing/2014/main" id="{6496B0F8-2A33-7AB5-2074-16A88B127E9D}"/>
              </a:ext>
            </a:extLst>
          </p:cNvPr>
          <p:cNvSpPr/>
          <p:nvPr/>
        </p:nvSpPr>
        <p:spPr>
          <a:xfrm>
            <a:off x="304800" y="1463040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26-Feb</a:t>
            </a:r>
            <a:endParaRPr lang="en-US" sz="1200" dirty="0"/>
          </a:p>
        </p:txBody>
      </p:sp>
      <p:sp>
        <p:nvSpPr>
          <p:cNvPr id="754" name="Text 19">
            <a:extLst>
              <a:ext uri="{FF2B5EF4-FFF2-40B4-BE49-F238E27FC236}">
                <a16:creationId xmlns:a16="http://schemas.microsoft.com/office/drawing/2014/main" id="{063420A8-AE82-B4CA-7945-CF44FAA9423B}"/>
              </a:ext>
            </a:extLst>
          </p:cNvPr>
          <p:cNvSpPr/>
          <p:nvPr/>
        </p:nvSpPr>
        <p:spPr>
          <a:xfrm>
            <a:off x="1219200" y="1463040"/>
            <a:ext cx="67056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755" name="Text 20">
            <a:extLst>
              <a:ext uri="{FF2B5EF4-FFF2-40B4-BE49-F238E27FC236}">
                <a16:creationId xmlns:a16="http://schemas.microsoft.com/office/drawing/2014/main" id="{F065D0BC-DEEB-25DC-188B-EE736576AA45}"/>
              </a:ext>
            </a:extLst>
          </p:cNvPr>
          <p:cNvSpPr/>
          <p:nvPr/>
        </p:nvSpPr>
        <p:spPr>
          <a:xfrm>
            <a:off x="1889760" y="1463040"/>
            <a:ext cx="2804160" cy="280416"/>
          </a:xfrm>
          <a:prstGeom prst="rect">
            <a:avLst/>
          </a:prstGeom>
          <a:noFill/>
          <a:ln/>
        </p:spPr>
        <p:txBody>
          <a:bodyPr wrap="square" lIns="0" tIns="67733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Akshay</a:t>
            </a:r>
            <a:endParaRPr lang="en-US" sz="1200" dirty="0"/>
          </a:p>
        </p:txBody>
      </p:sp>
      <p:sp>
        <p:nvSpPr>
          <p:cNvPr id="756" name="Text 21">
            <a:extLst>
              <a:ext uri="{FF2B5EF4-FFF2-40B4-BE49-F238E27FC236}">
                <a16:creationId xmlns:a16="http://schemas.microsoft.com/office/drawing/2014/main" id="{0C153131-885B-1D7B-0016-F0AF054E335F}"/>
              </a:ext>
            </a:extLst>
          </p:cNvPr>
          <p:cNvSpPr/>
          <p:nvPr/>
        </p:nvSpPr>
        <p:spPr>
          <a:xfrm>
            <a:off x="4693920" y="1463040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757" name="Text 22">
            <a:extLst>
              <a:ext uri="{FF2B5EF4-FFF2-40B4-BE49-F238E27FC236}">
                <a16:creationId xmlns:a16="http://schemas.microsoft.com/office/drawing/2014/main" id="{94CE59A5-FCB2-6DA5-BDB4-3A28D6E02670}"/>
              </a:ext>
            </a:extLst>
          </p:cNvPr>
          <p:cNvSpPr/>
          <p:nvPr/>
        </p:nvSpPr>
        <p:spPr>
          <a:xfrm>
            <a:off x="5608320" y="1463040"/>
            <a:ext cx="10972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1200" dirty="0"/>
          </a:p>
        </p:txBody>
      </p:sp>
      <p:sp>
        <p:nvSpPr>
          <p:cNvPr id="758" name="Text 23">
            <a:extLst>
              <a:ext uri="{FF2B5EF4-FFF2-40B4-BE49-F238E27FC236}">
                <a16:creationId xmlns:a16="http://schemas.microsoft.com/office/drawing/2014/main" id="{AF870AC9-DC1E-C481-7E4F-227B931910DE}"/>
              </a:ext>
            </a:extLst>
          </p:cNvPr>
          <p:cNvSpPr/>
          <p:nvPr/>
        </p:nvSpPr>
        <p:spPr>
          <a:xfrm>
            <a:off x="6705600" y="1463040"/>
            <a:ext cx="7924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200" dirty="0"/>
          </a:p>
        </p:txBody>
      </p:sp>
      <p:sp>
        <p:nvSpPr>
          <p:cNvPr id="759" name="Text 24">
            <a:extLst>
              <a:ext uri="{FF2B5EF4-FFF2-40B4-BE49-F238E27FC236}">
                <a16:creationId xmlns:a16="http://schemas.microsoft.com/office/drawing/2014/main" id="{E5CD1E13-B562-3261-EEEE-9593770E21E4}"/>
              </a:ext>
            </a:extLst>
          </p:cNvPr>
          <p:cNvSpPr/>
          <p:nvPr/>
        </p:nvSpPr>
        <p:spPr>
          <a:xfrm>
            <a:off x="7498080" y="1463040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200" dirty="0"/>
          </a:p>
        </p:txBody>
      </p:sp>
      <p:sp>
        <p:nvSpPr>
          <p:cNvPr id="760" name="Text 25">
            <a:extLst>
              <a:ext uri="{FF2B5EF4-FFF2-40B4-BE49-F238E27FC236}">
                <a16:creationId xmlns:a16="http://schemas.microsoft.com/office/drawing/2014/main" id="{3AA2A517-0BFE-C857-7FBC-594420DF4C51}"/>
              </a:ext>
            </a:extLst>
          </p:cNvPr>
          <p:cNvSpPr/>
          <p:nvPr/>
        </p:nvSpPr>
        <p:spPr>
          <a:xfrm>
            <a:off x="8412480" y="1463040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761" name="Text 26">
            <a:extLst>
              <a:ext uri="{FF2B5EF4-FFF2-40B4-BE49-F238E27FC236}">
                <a16:creationId xmlns:a16="http://schemas.microsoft.com/office/drawing/2014/main" id="{F47E6A9E-169E-0F90-D06E-A267BDD0CED5}"/>
              </a:ext>
            </a:extLst>
          </p:cNvPr>
          <p:cNvSpPr/>
          <p:nvPr/>
        </p:nvSpPr>
        <p:spPr>
          <a:xfrm>
            <a:off x="9326880" y="1463040"/>
            <a:ext cx="103632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762" name="Shape 27">
            <a:extLst>
              <a:ext uri="{FF2B5EF4-FFF2-40B4-BE49-F238E27FC236}">
                <a16:creationId xmlns:a16="http://schemas.microsoft.com/office/drawing/2014/main" id="{91E7F62A-BEEF-E6A2-A1C0-0C2A12DFA3B0}"/>
              </a:ext>
            </a:extLst>
          </p:cNvPr>
          <p:cNvSpPr/>
          <p:nvPr/>
        </p:nvSpPr>
        <p:spPr>
          <a:xfrm>
            <a:off x="304800" y="1743456"/>
            <a:ext cx="10058400" cy="0"/>
          </a:xfrm>
          <a:prstGeom prst="line">
            <a:avLst/>
          </a:prstGeom>
          <a:noFill/>
          <a:ln w="6350">
            <a:solidFill>
              <a:srgbClr val="1F3550"/>
            </a:solidFill>
            <a:prstDash val="solid"/>
          </a:ln>
        </p:spPr>
      </p:sp>
      <p:sp>
        <p:nvSpPr>
          <p:cNvPr id="763" name="Shape 28">
            <a:extLst>
              <a:ext uri="{FF2B5EF4-FFF2-40B4-BE49-F238E27FC236}">
                <a16:creationId xmlns:a16="http://schemas.microsoft.com/office/drawing/2014/main" id="{E0274CA2-9710-04A7-8605-9BFD36CCD8AC}"/>
              </a:ext>
            </a:extLst>
          </p:cNvPr>
          <p:cNvSpPr/>
          <p:nvPr/>
        </p:nvSpPr>
        <p:spPr>
          <a:xfrm>
            <a:off x="304800" y="1743456"/>
            <a:ext cx="10058400" cy="2804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82739"/>
            </a:solidFill>
            <a:prstDash val="solid"/>
          </a:ln>
        </p:spPr>
      </p:sp>
      <p:sp>
        <p:nvSpPr>
          <p:cNvPr id="764" name="Shape 29">
            <a:extLst>
              <a:ext uri="{FF2B5EF4-FFF2-40B4-BE49-F238E27FC236}">
                <a16:creationId xmlns:a16="http://schemas.microsoft.com/office/drawing/2014/main" id="{EE8CFC7D-EA91-AE68-D48A-605DB73D3EA7}"/>
              </a:ext>
            </a:extLst>
          </p:cNvPr>
          <p:cNvSpPr/>
          <p:nvPr/>
        </p:nvSpPr>
        <p:spPr>
          <a:xfrm>
            <a:off x="304800" y="1743456"/>
            <a:ext cx="48768" cy="280416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</p:sp>
      <p:sp>
        <p:nvSpPr>
          <p:cNvPr id="765" name="Text 30">
            <a:extLst>
              <a:ext uri="{FF2B5EF4-FFF2-40B4-BE49-F238E27FC236}">
                <a16:creationId xmlns:a16="http://schemas.microsoft.com/office/drawing/2014/main" id="{AA0485C7-5BDE-4B64-A6BA-8F5FB89D7C50}"/>
              </a:ext>
            </a:extLst>
          </p:cNvPr>
          <p:cNvSpPr/>
          <p:nvPr/>
        </p:nvSpPr>
        <p:spPr>
          <a:xfrm>
            <a:off x="304800" y="1743456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24-Feb</a:t>
            </a:r>
            <a:endParaRPr lang="en-US" sz="1200" dirty="0"/>
          </a:p>
        </p:txBody>
      </p:sp>
      <p:sp>
        <p:nvSpPr>
          <p:cNvPr id="766" name="Text 31">
            <a:extLst>
              <a:ext uri="{FF2B5EF4-FFF2-40B4-BE49-F238E27FC236}">
                <a16:creationId xmlns:a16="http://schemas.microsoft.com/office/drawing/2014/main" id="{E07C9268-E085-80F1-064E-7CBC2FD05F85}"/>
              </a:ext>
            </a:extLst>
          </p:cNvPr>
          <p:cNvSpPr/>
          <p:nvPr/>
        </p:nvSpPr>
        <p:spPr>
          <a:xfrm>
            <a:off x="1219200" y="1743456"/>
            <a:ext cx="67056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200" dirty="0"/>
          </a:p>
        </p:txBody>
      </p:sp>
      <p:sp>
        <p:nvSpPr>
          <p:cNvPr id="767" name="Text 32">
            <a:extLst>
              <a:ext uri="{FF2B5EF4-FFF2-40B4-BE49-F238E27FC236}">
                <a16:creationId xmlns:a16="http://schemas.microsoft.com/office/drawing/2014/main" id="{68E46EF9-5D45-9227-C49B-E47B043C48B8}"/>
              </a:ext>
            </a:extLst>
          </p:cNvPr>
          <p:cNvSpPr/>
          <p:nvPr/>
        </p:nvSpPr>
        <p:spPr>
          <a:xfrm>
            <a:off x="1889760" y="1743456"/>
            <a:ext cx="2804160" cy="280416"/>
          </a:xfrm>
          <a:prstGeom prst="rect">
            <a:avLst/>
          </a:prstGeom>
          <a:noFill/>
          <a:ln/>
        </p:spPr>
        <p:txBody>
          <a:bodyPr wrap="square" lIns="0" tIns="67733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Abhijitsinh Rana</a:t>
            </a:r>
            <a:endParaRPr lang="en-US" sz="1200" dirty="0"/>
          </a:p>
        </p:txBody>
      </p:sp>
      <p:sp>
        <p:nvSpPr>
          <p:cNvPr id="768" name="Text 33">
            <a:extLst>
              <a:ext uri="{FF2B5EF4-FFF2-40B4-BE49-F238E27FC236}">
                <a16:creationId xmlns:a16="http://schemas.microsoft.com/office/drawing/2014/main" id="{62835024-7CD8-5867-07C4-E0DB774A2266}"/>
              </a:ext>
            </a:extLst>
          </p:cNvPr>
          <p:cNvSpPr/>
          <p:nvPr/>
        </p:nvSpPr>
        <p:spPr>
          <a:xfrm>
            <a:off x="4693920" y="1743456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769" name="Text 34">
            <a:extLst>
              <a:ext uri="{FF2B5EF4-FFF2-40B4-BE49-F238E27FC236}">
                <a16:creationId xmlns:a16="http://schemas.microsoft.com/office/drawing/2014/main" id="{907A8D4A-FAEA-C8BC-0E0E-A4D385D25525}"/>
              </a:ext>
            </a:extLst>
          </p:cNvPr>
          <p:cNvSpPr/>
          <p:nvPr/>
        </p:nvSpPr>
        <p:spPr>
          <a:xfrm>
            <a:off x="5608320" y="1743456"/>
            <a:ext cx="10972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200" dirty="0"/>
          </a:p>
        </p:txBody>
      </p:sp>
      <p:sp>
        <p:nvSpPr>
          <p:cNvPr id="770" name="Text 35">
            <a:extLst>
              <a:ext uri="{FF2B5EF4-FFF2-40B4-BE49-F238E27FC236}">
                <a16:creationId xmlns:a16="http://schemas.microsoft.com/office/drawing/2014/main" id="{B204586D-FAE0-0242-E728-9E51CC37949E}"/>
              </a:ext>
            </a:extLst>
          </p:cNvPr>
          <p:cNvSpPr/>
          <p:nvPr/>
        </p:nvSpPr>
        <p:spPr>
          <a:xfrm>
            <a:off x="6705600" y="1743456"/>
            <a:ext cx="7924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200" dirty="0"/>
          </a:p>
        </p:txBody>
      </p:sp>
      <p:sp>
        <p:nvSpPr>
          <p:cNvPr id="771" name="Text 36">
            <a:extLst>
              <a:ext uri="{FF2B5EF4-FFF2-40B4-BE49-F238E27FC236}">
                <a16:creationId xmlns:a16="http://schemas.microsoft.com/office/drawing/2014/main" id="{A4CFF966-4FF1-DAFD-B269-FC52FB8A8F3B}"/>
              </a:ext>
            </a:extLst>
          </p:cNvPr>
          <p:cNvSpPr/>
          <p:nvPr/>
        </p:nvSpPr>
        <p:spPr>
          <a:xfrm>
            <a:off x="7498080" y="1743456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200" dirty="0"/>
          </a:p>
        </p:txBody>
      </p:sp>
      <p:sp>
        <p:nvSpPr>
          <p:cNvPr id="772" name="Text 37">
            <a:extLst>
              <a:ext uri="{FF2B5EF4-FFF2-40B4-BE49-F238E27FC236}">
                <a16:creationId xmlns:a16="http://schemas.microsoft.com/office/drawing/2014/main" id="{959C8FE0-DF97-0846-91E0-BEC5A31FF5FB}"/>
              </a:ext>
            </a:extLst>
          </p:cNvPr>
          <p:cNvSpPr/>
          <p:nvPr/>
        </p:nvSpPr>
        <p:spPr>
          <a:xfrm>
            <a:off x="8412480" y="1743456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  <p:sp>
        <p:nvSpPr>
          <p:cNvPr id="773" name="Text 38">
            <a:extLst>
              <a:ext uri="{FF2B5EF4-FFF2-40B4-BE49-F238E27FC236}">
                <a16:creationId xmlns:a16="http://schemas.microsoft.com/office/drawing/2014/main" id="{DB86491B-B4AB-1CFC-FAB2-260A514623C2}"/>
              </a:ext>
            </a:extLst>
          </p:cNvPr>
          <p:cNvSpPr/>
          <p:nvPr/>
        </p:nvSpPr>
        <p:spPr>
          <a:xfrm>
            <a:off x="9326880" y="1743456"/>
            <a:ext cx="103632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774" name="Shape 39">
            <a:extLst>
              <a:ext uri="{FF2B5EF4-FFF2-40B4-BE49-F238E27FC236}">
                <a16:creationId xmlns:a16="http://schemas.microsoft.com/office/drawing/2014/main" id="{A049059D-1D87-3AD5-9D46-EAF8E60E30C7}"/>
              </a:ext>
            </a:extLst>
          </p:cNvPr>
          <p:cNvSpPr/>
          <p:nvPr/>
        </p:nvSpPr>
        <p:spPr>
          <a:xfrm>
            <a:off x="304800" y="2023872"/>
            <a:ext cx="10058400" cy="0"/>
          </a:xfrm>
          <a:prstGeom prst="line">
            <a:avLst/>
          </a:prstGeom>
          <a:noFill/>
          <a:ln w="6350">
            <a:solidFill>
              <a:srgbClr val="1F3550"/>
            </a:solidFill>
            <a:prstDash val="solid"/>
          </a:ln>
        </p:spPr>
      </p:sp>
      <p:sp>
        <p:nvSpPr>
          <p:cNvPr id="775" name="Shape 40">
            <a:extLst>
              <a:ext uri="{FF2B5EF4-FFF2-40B4-BE49-F238E27FC236}">
                <a16:creationId xmlns:a16="http://schemas.microsoft.com/office/drawing/2014/main" id="{20258036-4815-A009-9AB4-A19F86F4D982}"/>
              </a:ext>
            </a:extLst>
          </p:cNvPr>
          <p:cNvSpPr/>
          <p:nvPr/>
        </p:nvSpPr>
        <p:spPr>
          <a:xfrm>
            <a:off x="304800" y="2023872"/>
            <a:ext cx="10058400" cy="2804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121E2B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776" name="Shape 41">
            <a:extLst>
              <a:ext uri="{FF2B5EF4-FFF2-40B4-BE49-F238E27FC236}">
                <a16:creationId xmlns:a16="http://schemas.microsoft.com/office/drawing/2014/main" id="{ED980260-4CB6-B547-09FD-6F295A9357BD}"/>
              </a:ext>
            </a:extLst>
          </p:cNvPr>
          <p:cNvSpPr/>
          <p:nvPr/>
        </p:nvSpPr>
        <p:spPr>
          <a:xfrm>
            <a:off x="304800" y="2023872"/>
            <a:ext cx="48768" cy="280416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</p:sp>
      <p:sp>
        <p:nvSpPr>
          <p:cNvPr id="777" name="Text 42">
            <a:extLst>
              <a:ext uri="{FF2B5EF4-FFF2-40B4-BE49-F238E27FC236}">
                <a16:creationId xmlns:a16="http://schemas.microsoft.com/office/drawing/2014/main" id="{11583625-7784-F504-CCB1-B8E370AB1CAD}"/>
              </a:ext>
            </a:extLst>
          </p:cNvPr>
          <p:cNvSpPr/>
          <p:nvPr/>
        </p:nvSpPr>
        <p:spPr>
          <a:xfrm>
            <a:off x="304800" y="2023872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13-Feb</a:t>
            </a:r>
            <a:endParaRPr lang="en-US" sz="1200" dirty="0"/>
          </a:p>
        </p:txBody>
      </p:sp>
      <p:sp>
        <p:nvSpPr>
          <p:cNvPr id="778" name="Text 43">
            <a:extLst>
              <a:ext uri="{FF2B5EF4-FFF2-40B4-BE49-F238E27FC236}">
                <a16:creationId xmlns:a16="http://schemas.microsoft.com/office/drawing/2014/main" id="{2CE99EB5-9690-172A-827D-B38F2FE7823D}"/>
              </a:ext>
            </a:extLst>
          </p:cNvPr>
          <p:cNvSpPr/>
          <p:nvPr/>
        </p:nvSpPr>
        <p:spPr>
          <a:xfrm>
            <a:off x="1219200" y="2023872"/>
            <a:ext cx="67056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200" dirty="0"/>
          </a:p>
        </p:txBody>
      </p:sp>
      <p:sp>
        <p:nvSpPr>
          <p:cNvPr id="779" name="Text 44">
            <a:extLst>
              <a:ext uri="{FF2B5EF4-FFF2-40B4-BE49-F238E27FC236}">
                <a16:creationId xmlns:a16="http://schemas.microsoft.com/office/drawing/2014/main" id="{25C3BEFC-1984-E574-87C1-D523D74C03DC}"/>
              </a:ext>
            </a:extLst>
          </p:cNvPr>
          <p:cNvSpPr/>
          <p:nvPr/>
        </p:nvSpPr>
        <p:spPr>
          <a:xfrm>
            <a:off x="1889760" y="2023872"/>
            <a:ext cx="2804160" cy="280416"/>
          </a:xfrm>
          <a:prstGeom prst="rect">
            <a:avLst/>
          </a:prstGeom>
          <a:noFill/>
          <a:ln/>
        </p:spPr>
        <p:txBody>
          <a:bodyPr wrap="square" lIns="0" tIns="67733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Pankajbhai Khasiya</a:t>
            </a:r>
            <a:endParaRPr lang="en-US" sz="1200" dirty="0"/>
          </a:p>
        </p:txBody>
      </p:sp>
      <p:sp>
        <p:nvSpPr>
          <p:cNvPr id="780" name="Text 45">
            <a:extLst>
              <a:ext uri="{FF2B5EF4-FFF2-40B4-BE49-F238E27FC236}">
                <a16:creationId xmlns:a16="http://schemas.microsoft.com/office/drawing/2014/main" id="{DAEFE6EC-6D31-EE63-B138-0E4D2D541562}"/>
              </a:ext>
            </a:extLst>
          </p:cNvPr>
          <p:cNvSpPr/>
          <p:nvPr/>
        </p:nvSpPr>
        <p:spPr>
          <a:xfrm>
            <a:off x="4693920" y="2023872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781" name="Text 46">
            <a:extLst>
              <a:ext uri="{FF2B5EF4-FFF2-40B4-BE49-F238E27FC236}">
                <a16:creationId xmlns:a16="http://schemas.microsoft.com/office/drawing/2014/main" id="{DC80D840-C483-35BD-FAB9-1FC989F85606}"/>
              </a:ext>
            </a:extLst>
          </p:cNvPr>
          <p:cNvSpPr/>
          <p:nvPr/>
        </p:nvSpPr>
        <p:spPr>
          <a:xfrm>
            <a:off x="5608320" y="2023872"/>
            <a:ext cx="10972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200" dirty="0"/>
          </a:p>
        </p:txBody>
      </p:sp>
      <p:sp>
        <p:nvSpPr>
          <p:cNvPr id="782" name="Text 47">
            <a:extLst>
              <a:ext uri="{FF2B5EF4-FFF2-40B4-BE49-F238E27FC236}">
                <a16:creationId xmlns:a16="http://schemas.microsoft.com/office/drawing/2014/main" id="{D87A9B34-0F53-1C7B-7376-5631101289F0}"/>
              </a:ext>
            </a:extLst>
          </p:cNvPr>
          <p:cNvSpPr/>
          <p:nvPr/>
        </p:nvSpPr>
        <p:spPr>
          <a:xfrm>
            <a:off x="6705600" y="2023872"/>
            <a:ext cx="7924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1200" dirty="0"/>
          </a:p>
        </p:txBody>
      </p:sp>
      <p:sp>
        <p:nvSpPr>
          <p:cNvPr id="783" name="Text 48">
            <a:extLst>
              <a:ext uri="{FF2B5EF4-FFF2-40B4-BE49-F238E27FC236}">
                <a16:creationId xmlns:a16="http://schemas.microsoft.com/office/drawing/2014/main" id="{AC1D6B23-3B2C-07F5-2DBC-2632EEFBA933}"/>
              </a:ext>
            </a:extLst>
          </p:cNvPr>
          <p:cNvSpPr/>
          <p:nvPr/>
        </p:nvSpPr>
        <p:spPr>
          <a:xfrm>
            <a:off x="7498080" y="2023872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200" dirty="0"/>
          </a:p>
        </p:txBody>
      </p:sp>
      <p:sp>
        <p:nvSpPr>
          <p:cNvPr id="784" name="Text 49">
            <a:extLst>
              <a:ext uri="{FF2B5EF4-FFF2-40B4-BE49-F238E27FC236}">
                <a16:creationId xmlns:a16="http://schemas.microsoft.com/office/drawing/2014/main" id="{3BB4207C-FA04-72D1-C73C-6714341DAF2E}"/>
              </a:ext>
            </a:extLst>
          </p:cNvPr>
          <p:cNvSpPr/>
          <p:nvPr/>
        </p:nvSpPr>
        <p:spPr>
          <a:xfrm>
            <a:off x="8412480" y="2023872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785" name="Text 50">
            <a:extLst>
              <a:ext uri="{FF2B5EF4-FFF2-40B4-BE49-F238E27FC236}">
                <a16:creationId xmlns:a16="http://schemas.microsoft.com/office/drawing/2014/main" id="{93893D62-6879-C411-F541-1416177BA209}"/>
              </a:ext>
            </a:extLst>
          </p:cNvPr>
          <p:cNvSpPr/>
          <p:nvPr/>
        </p:nvSpPr>
        <p:spPr>
          <a:xfrm>
            <a:off x="9326880" y="2023872"/>
            <a:ext cx="103632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786" name="Shape 51">
            <a:extLst>
              <a:ext uri="{FF2B5EF4-FFF2-40B4-BE49-F238E27FC236}">
                <a16:creationId xmlns:a16="http://schemas.microsoft.com/office/drawing/2014/main" id="{8656699F-6566-8749-22D2-DAE4CEF581C0}"/>
              </a:ext>
            </a:extLst>
          </p:cNvPr>
          <p:cNvSpPr/>
          <p:nvPr/>
        </p:nvSpPr>
        <p:spPr>
          <a:xfrm>
            <a:off x="304800" y="2304288"/>
            <a:ext cx="10058400" cy="0"/>
          </a:xfrm>
          <a:prstGeom prst="line">
            <a:avLst/>
          </a:prstGeom>
          <a:noFill/>
          <a:ln w="6350">
            <a:solidFill>
              <a:srgbClr val="1F3550"/>
            </a:solidFill>
            <a:prstDash val="solid"/>
          </a:ln>
        </p:spPr>
      </p:sp>
      <p:sp>
        <p:nvSpPr>
          <p:cNvPr id="787" name="Shape 52">
            <a:extLst>
              <a:ext uri="{FF2B5EF4-FFF2-40B4-BE49-F238E27FC236}">
                <a16:creationId xmlns:a16="http://schemas.microsoft.com/office/drawing/2014/main" id="{48FAC2B7-DB67-CC99-7A2C-52E6C3A2EAD9}"/>
              </a:ext>
            </a:extLst>
          </p:cNvPr>
          <p:cNvSpPr/>
          <p:nvPr/>
        </p:nvSpPr>
        <p:spPr>
          <a:xfrm>
            <a:off x="304800" y="2304288"/>
            <a:ext cx="10058400" cy="2804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82739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788" name="Shape 53">
            <a:extLst>
              <a:ext uri="{FF2B5EF4-FFF2-40B4-BE49-F238E27FC236}">
                <a16:creationId xmlns:a16="http://schemas.microsoft.com/office/drawing/2014/main" id="{DC7344E1-4202-753E-C11E-1038D02EE7FA}"/>
              </a:ext>
            </a:extLst>
          </p:cNvPr>
          <p:cNvSpPr/>
          <p:nvPr/>
        </p:nvSpPr>
        <p:spPr>
          <a:xfrm>
            <a:off x="304800" y="2304288"/>
            <a:ext cx="48768" cy="280416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</p:sp>
      <p:sp>
        <p:nvSpPr>
          <p:cNvPr id="789" name="Text 54">
            <a:extLst>
              <a:ext uri="{FF2B5EF4-FFF2-40B4-BE49-F238E27FC236}">
                <a16:creationId xmlns:a16="http://schemas.microsoft.com/office/drawing/2014/main" id="{B50B36C3-5379-B7A1-E7FD-3558CCFD6C7B}"/>
              </a:ext>
            </a:extLst>
          </p:cNvPr>
          <p:cNvSpPr/>
          <p:nvPr/>
        </p:nvSpPr>
        <p:spPr>
          <a:xfrm>
            <a:off x="304800" y="2304288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05-Feb</a:t>
            </a:r>
            <a:endParaRPr lang="en-US" sz="1200" dirty="0"/>
          </a:p>
        </p:txBody>
      </p:sp>
      <p:sp>
        <p:nvSpPr>
          <p:cNvPr id="790" name="Text 55">
            <a:extLst>
              <a:ext uri="{FF2B5EF4-FFF2-40B4-BE49-F238E27FC236}">
                <a16:creationId xmlns:a16="http://schemas.microsoft.com/office/drawing/2014/main" id="{EEE0823A-058B-B24E-9B85-F60EF074CFDD}"/>
              </a:ext>
            </a:extLst>
          </p:cNvPr>
          <p:cNvSpPr/>
          <p:nvPr/>
        </p:nvSpPr>
        <p:spPr>
          <a:xfrm>
            <a:off x="1219200" y="2304288"/>
            <a:ext cx="67056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791" name="Text 56">
            <a:extLst>
              <a:ext uri="{FF2B5EF4-FFF2-40B4-BE49-F238E27FC236}">
                <a16:creationId xmlns:a16="http://schemas.microsoft.com/office/drawing/2014/main" id="{702DE811-10C0-3421-A087-3BFF8BA0C175}"/>
              </a:ext>
            </a:extLst>
          </p:cNvPr>
          <p:cNvSpPr/>
          <p:nvPr/>
        </p:nvSpPr>
        <p:spPr>
          <a:xfrm>
            <a:off x="1889760" y="2304288"/>
            <a:ext cx="2804160" cy="280416"/>
          </a:xfrm>
          <a:prstGeom prst="rect">
            <a:avLst/>
          </a:prstGeom>
          <a:noFill/>
          <a:ln/>
        </p:spPr>
        <p:txBody>
          <a:bodyPr wrap="square" lIns="0" tIns="67733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Taslimbhai Kondhiya</a:t>
            </a:r>
            <a:endParaRPr lang="en-US" sz="1200" dirty="0"/>
          </a:p>
        </p:txBody>
      </p:sp>
      <p:sp>
        <p:nvSpPr>
          <p:cNvPr id="792" name="Text 57">
            <a:extLst>
              <a:ext uri="{FF2B5EF4-FFF2-40B4-BE49-F238E27FC236}">
                <a16:creationId xmlns:a16="http://schemas.microsoft.com/office/drawing/2014/main" id="{6EB329B5-5280-9CBB-A39C-E62FD6F72F85}"/>
              </a:ext>
            </a:extLst>
          </p:cNvPr>
          <p:cNvSpPr/>
          <p:nvPr/>
        </p:nvSpPr>
        <p:spPr>
          <a:xfrm>
            <a:off x="4693920" y="2304288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793" name="Text 58">
            <a:extLst>
              <a:ext uri="{FF2B5EF4-FFF2-40B4-BE49-F238E27FC236}">
                <a16:creationId xmlns:a16="http://schemas.microsoft.com/office/drawing/2014/main" id="{E96D7B28-E283-430F-9D13-57C56CE28423}"/>
              </a:ext>
            </a:extLst>
          </p:cNvPr>
          <p:cNvSpPr/>
          <p:nvPr/>
        </p:nvSpPr>
        <p:spPr>
          <a:xfrm>
            <a:off x="5608320" y="2304288"/>
            <a:ext cx="10972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1200" dirty="0"/>
          </a:p>
        </p:txBody>
      </p:sp>
      <p:sp>
        <p:nvSpPr>
          <p:cNvPr id="794" name="Text 59">
            <a:extLst>
              <a:ext uri="{FF2B5EF4-FFF2-40B4-BE49-F238E27FC236}">
                <a16:creationId xmlns:a16="http://schemas.microsoft.com/office/drawing/2014/main" id="{37CE6F15-A510-D4BD-A2FC-7B02995CF9F9}"/>
              </a:ext>
            </a:extLst>
          </p:cNvPr>
          <p:cNvSpPr/>
          <p:nvPr/>
        </p:nvSpPr>
        <p:spPr>
          <a:xfrm>
            <a:off x="6705600" y="2304288"/>
            <a:ext cx="7924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1200" dirty="0"/>
          </a:p>
        </p:txBody>
      </p:sp>
      <p:sp>
        <p:nvSpPr>
          <p:cNvPr id="795" name="Text 60">
            <a:extLst>
              <a:ext uri="{FF2B5EF4-FFF2-40B4-BE49-F238E27FC236}">
                <a16:creationId xmlns:a16="http://schemas.microsoft.com/office/drawing/2014/main" id="{74BA28E1-477F-D4F3-BCC5-7CCBD8BF7218}"/>
              </a:ext>
            </a:extLst>
          </p:cNvPr>
          <p:cNvSpPr/>
          <p:nvPr/>
        </p:nvSpPr>
        <p:spPr>
          <a:xfrm>
            <a:off x="7498080" y="2304288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1200" dirty="0"/>
          </a:p>
        </p:txBody>
      </p:sp>
      <p:sp>
        <p:nvSpPr>
          <p:cNvPr id="796" name="Text 61">
            <a:extLst>
              <a:ext uri="{FF2B5EF4-FFF2-40B4-BE49-F238E27FC236}">
                <a16:creationId xmlns:a16="http://schemas.microsoft.com/office/drawing/2014/main" id="{62973AB8-DAC1-C058-25D0-9CAEC5685F4E}"/>
              </a:ext>
            </a:extLst>
          </p:cNvPr>
          <p:cNvSpPr/>
          <p:nvPr/>
        </p:nvSpPr>
        <p:spPr>
          <a:xfrm>
            <a:off x="8412480" y="2304288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797" name="Text 62">
            <a:extLst>
              <a:ext uri="{FF2B5EF4-FFF2-40B4-BE49-F238E27FC236}">
                <a16:creationId xmlns:a16="http://schemas.microsoft.com/office/drawing/2014/main" id="{39D7F62C-3A38-413A-A4BA-A948587EE86F}"/>
              </a:ext>
            </a:extLst>
          </p:cNvPr>
          <p:cNvSpPr/>
          <p:nvPr/>
        </p:nvSpPr>
        <p:spPr>
          <a:xfrm>
            <a:off x="9326880" y="2304288"/>
            <a:ext cx="103632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98" name="Shape 63">
            <a:extLst>
              <a:ext uri="{FF2B5EF4-FFF2-40B4-BE49-F238E27FC236}">
                <a16:creationId xmlns:a16="http://schemas.microsoft.com/office/drawing/2014/main" id="{CF73C8FF-1B4C-1F67-F19C-9C46BC1F3FBA}"/>
              </a:ext>
            </a:extLst>
          </p:cNvPr>
          <p:cNvSpPr/>
          <p:nvPr/>
        </p:nvSpPr>
        <p:spPr>
          <a:xfrm>
            <a:off x="304800" y="2584704"/>
            <a:ext cx="10058400" cy="0"/>
          </a:xfrm>
          <a:prstGeom prst="line">
            <a:avLst/>
          </a:prstGeom>
          <a:noFill/>
          <a:ln w="6350">
            <a:solidFill>
              <a:srgbClr val="1F3550"/>
            </a:solidFill>
            <a:prstDash val="solid"/>
          </a:ln>
        </p:spPr>
      </p:sp>
      <p:sp>
        <p:nvSpPr>
          <p:cNvPr id="799" name="Shape 64">
            <a:extLst>
              <a:ext uri="{FF2B5EF4-FFF2-40B4-BE49-F238E27FC236}">
                <a16:creationId xmlns:a16="http://schemas.microsoft.com/office/drawing/2014/main" id="{2F557D99-07E9-15B0-A64E-319785D4E439}"/>
              </a:ext>
            </a:extLst>
          </p:cNvPr>
          <p:cNvSpPr/>
          <p:nvPr/>
        </p:nvSpPr>
        <p:spPr>
          <a:xfrm>
            <a:off x="304800" y="2584704"/>
            <a:ext cx="10058400" cy="2804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121E2B"/>
            </a:solidFill>
            <a:prstDash val="solid"/>
          </a:ln>
        </p:spPr>
      </p:sp>
      <p:sp>
        <p:nvSpPr>
          <p:cNvPr id="800" name="Shape 65">
            <a:extLst>
              <a:ext uri="{FF2B5EF4-FFF2-40B4-BE49-F238E27FC236}">
                <a16:creationId xmlns:a16="http://schemas.microsoft.com/office/drawing/2014/main" id="{064C4626-E0FE-BC3B-5933-FA92B56D4673}"/>
              </a:ext>
            </a:extLst>
          </p:cNvPr>
          <p:cNvSpPr/>
          <p:nvPr/>
        </p:nvSpPr>
        <p:spPr>
          <a:xfrm>
            <a:off x="304800" y="2584704"/>
            <a:ext cx="48768" cy="280416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</p:sp>
      <p:sp>
        <p:nvSpPr>
          <p:cNvPr id="801" name="Text 66">
            <a:extLst>
              <a:ext uri="{FF2B5EF4-FFF2-40B4-BE49-F238E27FC236}">
                <a16:creationId xmlns:a16="http://schemas.microsoft.com/office/drawing/2014/main" id="{7ADC4FE8-CD1E-5BAD-A5F9-5634E7DBFDBE}"/>
              </a:ext>
            </a:extLst>
          </p:cNvPr>
          <p:cNvSpPr/>
          <p:nvPr/>
        </p:nvSpPr>
        <p:spPr>
          <a:xfrm>
            <a:off x="304800" y="2584704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04-Feb</a:t>
            </a:r>
            <a:endParaRPr lang="en-US" sz="1200" dirty="0"/>
          </a:p>
        </p:txBody>
      </p:sp>
      <p:sp>
        <p:nvSpPr>
          <p:cNvPr id="802" name="Text 67">
            <a:extLst>
              <a:ext uri="{FF2B5EF4-FFF2-40B4-BE49-F238E27FC236}">
                <a16:creationId xmlns:a16="http://schemas.microsoft.com/office/drawing/2014/main" id="{3DB1DEB9-AF14-41BB-E88B-2C2A03F78DD4}"/>
              </a:ext>
            </a:extLst>
          </p:cNvPr>
          <p:cNvSpPr/>
          <p:nvPr/>
        </p:nvSpPr>
        <p:spPr>
          <a:xfrm>
            <a:off x="1219200" y="2584704"/>
            <a:ext cx="67056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803" name="Text 68">
            <a:extLst>
              <a:ext uri="{FF2B5EF4-FFF2-40B4-BE49-F238E27FC236}">
                <a16:creationId xmlns:a16="http://schemas.microsoft.com/office/drawing/2014/main" id="{DCC64849-3328-8FBE-A917-4702C92CBE2E}"/>
              </a:ext>
            </a:extLst>
          </p:cNvPr>
          <p:cNvSpPr/>
          <p:nvPr/>
        </p:nvSpPr>
        <p:spPr>
          <a:xfrm>
            <a:off x="1889760" y="2584704"/>
            <a:ext cx="2804160" cy="280416"/>
          </a:xfrm>
          <a:prstGeom prst="rect">
            <a:avLst/>
          </a:prstGeom>
          <a:noFill/>
          <a:ln/>
        </p:spPr>
        <p:txBody>
          <a:bodyPr wrap="square" lIns="0" tIns="67733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Pankajbhai Khasiya</a:t>
            </a:r>
            <a:endParaRPr lang="en-US" sz="1200" dirty="0"/>
          </a:p>
        </p:txBody>
      </p:sp>
      <p:sp>
        <p:nvSpPr>
          <p:cNvPr id="804" name="Text 69">
            <a:extLst>
              <a:ext uri="{FF2B5EF4-FFF2-40B4-BE49-F238E27FC236}">
                <a16:creationId xmlns:a16="http://schemas.microsoft.com/office/drawing/2014/main" id="{E1BDE9BA-52FE-6E2D-1671-BA6BA92DB23A}"/>
              </a:ext>
            </a:extLst>
          </p:cNvPr>
          <p:cNvSpPr/>
          <p:nvPr/>
        </p:nvSpPr>
        <p:spPr>
          <a:xfrm>
            <a:off x="4693920" y="2584704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805" name="Text 70">
            <a:extLst>
              <a:ext uri="{FF2B5EF4-FFF2-40B4-BE49-F238E27FC236}">
                <a16:creationId xmlns:a16="http://schemas.microsoft.com/office/drawing/2014/main" id="{2C3835D7-E0C2-EB7D-1BF1-9B8035606307}"/>
              </a:ext>
            </a:extLst>
          </p:cNvPr>
          <p:cNvSpPr/>
          <p:nvPr/>
        </p:nvSpPr>
        <p:spPr>
          <a:xfrm>
            <a:off x="5608320" y="2584704"/>
            <a:ext cx="10972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210</a:t>
            </a:r>
            <a:endParaRPr lang="en-US" sz="1200" dirty="0"/>
          </a:p>
        </p:txBody>
      </p:sp>
      <p:sp>
        <p:nvSpPr>
          <p:cNvPr id="806" name="Text 71">
            <a:extLst>
              <a:ext uri="{FF2B5EF4-FFF2-40B4-BE49-F238E27FC236}">
                <a16:creationId xmlns:a16="http://schemas.microsoft.com/office/drawing/2014/main" id="{CCBA3CFA-088A-9263-AEDA-0467A8ED206C}"/>
              </a:ext>
            </a:extLst>
          </p:cNvPr>
          <p:cNvSpPr/>
          <p:nvPr/>
        </p:nvSpPr>
        <p:spPr>
          <a:xfrm>
            <a:off x="6705600" y="2584704"/>
            <a:ext cx="7924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109</a:t>
            </a:r>
            <a:endParaRPr lang="en-US" sz="1200" dirty="0"/>
          </a:p>
        </p:txBody>
      </p:sp>
      <p:sp>
        <p:nvSpPr>
          <p:cNvPr id="807" name="Text 72">
            <a:extLst>
              <a:ext uri="{FF2B5EF4-FFF2-40B4-BE49-F238E27FC236}">
                <a16:creationId xmlns:a16="http://schemas.microsoft.com/office/drawing/2014/main" id="{672BF489-019D-CB1D-5D07-3BA315BCB34C}"/>
              </a:ext>
            </a:extLst>
          </p:cNvPr>
          <p:cNvSpPr/>
          <p:nvPr/>
        </p:nvSpPr>
        <p:spPr>
          <a:xfrm>
            <a:off x="7498080" y="2584704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1200" dirty="0"/>
          </a:p>
        </p:txBody>
      </p:sp>
      <p:sp>
        <p:nvSpPr>
          <p:cNvPr id="808" name="Text 73">
            <a:extLst>
              <a:ext uri="{FF2B5EF4-FFF2-40B4-BE49-F238E27FC236}">
                <a16:creationId xmlns:a16="http://schemas.microsoft.com/office/drawing/2014/main" id="{23FCA195-1134-AD0C-5FDA-2A9AE9D8D6B7}"/>
              </a:ext>
            </a:extLst>
          </p:cNvPr>
          <p:cNvSpPr/>
          <p:nvPr/>
        </p:nvSpPr>
        <p:spPr>
          <a:xfrm>
            <a:off x="8412480" y="2584704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  <p:sp>
        <p:nvSpPr>
          <p:cNvPr id="809" name="Text 74">
            <a:extLst>
              <a:ext uri="{FF2B5EF4-FFF2-40B4-BE49-F238E27FC236}">
                <a16:creationId xmlns:a16="http://schemas.microsoft.com/office/drawing/2014/main" id="{A9C41DA5-2E80-E92F-5304-276109D26D0B}"/>
              </a:ext>
            </a:extLst>
          </p:cNvPr>
          <p:cNvSpPr/>
          <p:nvPr/>
        </p:nvSpPr>
        <p:spPr>
          <a:xfrm>
            <a:off x="9326880" y="2584704"/>
            <a:ext cx="103632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810" name="Shape 75">
            <a:extLst>
              <a:ext uri="{FF2B5EF4-FFF2-40B4-BE49-F238E27FC236}">
                <a16:creationId xmlns:a16="http://schemas.microsoft.com/office/drawing/2014/main" id="{A9B7C31C-B5CD-9A90-AD16-DF508678635A}"/>
              </a:ext>
            </a:extLst>
          </p:cNvPr>
          <p:cNvSpPr/>
          <p:nvPr/>
        </p:nvSpPr>
        <p:spPr>
          <a:xfrm>
            <a:off x="304800" y="2865120"/>
            <a:ext cx="10058400" cy="0"/>
          </a:xfrm>
          <a:prstGeom prst="line">
            <a:avLst/>
          </a:prstGeom>
          <a:noFill/>
          <a:ln w="6350">
            <a:solidFill>
              <a:srgbClr val="1F3550"/>
            </a:solidFill>
            <a:prstDash val="solid"/>
          </a:ln>
        </p:spPr>
      </p:sp>
      <p:sp>
        <p:nvSpPr>
          <p:cNvPr id="811" name="Shape 76">
            <a:extLst>
              <a:ext uri="{FF2B5EF4-FFF2-40B4-BE49-F238E27FC236}">
                <a16:creationId xmlns:a16="http://schemas.microsoft.com/office/drawing/2014/main" id="{783F549B-A667-EBB8-56F1-A2DCC9734FD8}"/>
              </a:ext>
            </a:extLst>
          </p:cNvPr>
          <p:cNvSpPr/>
          <p:nvPr/>
        </p:nvSpPr>
        <p:spPr>
          <a:xfrm>
            <a:off x="304800" y="2865120"/>
            <a:ext cx="10058400" cy="2804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82739"/>
            </a:solidFill>
            <a:prstDash val="solid"/>
          </a:ln>
        </p:spPr>
      </p:sp>
      <p:sp>
        <p:nvSpPr>
          <p:cNvPr id="812" name="Shape 77">
            <a:extLst>
              <a:ext uri="{FF2B5EF4-FFF2-40B4-BE49-F238E27FC236}">
                <a16:creationId xmlns:a16="http://schemas.microsoft.com/office/drawing/2014/main" id="{3749BB24-7601-F993-2F2E-758BB6DE5AE3}"/>
              </a:ext>
            </a:extLst>
          </p:cNvPr>
          <p:cNvSpPr/>
          <p:nvPr/>
        </p:nvSpPr>
        <p:spPr>
          <a:xfrm>
            <a:off x="304800" y="2865120"/>
            <a:ext cx="48768" cy="280416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</p:sp>
      <p:sp>
        <p:nvSpPr>
          <p:cNvPr id="813" name="Text 78">
            <a:extLst>
              <a:ext uri="{FF2B5EF4-FFF2-40B4-BE49-F238E27FC236}">
                <a16:creationId xmlns:a16="http://schemas.microsoft.com/office/drawing/2014/main" id="{9088688F-9ACF-88B4-97AC-E6948136CDF4}"/>
              </a:ext>
            </a:extLst>
          </p:cNvPr>
          <p:cNvSpPr/>
          <p:nvPr/>
        </p:nvSpPr>
        <p:spPr>
          <a:xfrm>
            <a:off x="304800" y="2865120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23-Feb</a:t>
            </a:r>
            <a:endParaRPr lang="en-US" sz="1200" dirty="0"/>
          </a:p>
        </p:txBody>
      </p:sp>
      <p:sp>
        <p:nvSpPr>
          <p:cNvPr id="814" name="Text 79">
            <a:extLst>
              <a:ext uri="{FF2B5EF4-FFF2-40B4-BE49-F238E27FC236}">
                <a16:creationId xmlns:a16="http://schemas.microsoft.com/office/drawing/2014/main" id="{20DAE7C0-FF1C-0FC8-1120-1AB52AFF7B10}"/>
              </a:ext>
            </a:extLst>
          </p:cNvPr>
          <p:cNvSpPr/>
          <p:nvPr/>
        </p:nvSpPr>
        <p:spPr>
          <a:xfrm>
            <a:off x="1219200" y="2865120"/>
            <a:ext cx="67056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200" dirty="0"/>
          </a:p>
        </p:txBody>
      </p:sp>
      <p:sp>
        <p:nvSpPr>
          <p:cNvPr id="815" name="Text 80">
            <a:extLst>
              <a:ext uri="{FF2B5EF4-FFF2-40B4-BE49-F238E27FC236}">
                <a16:creationId xmlns:a16="http://schemas.microsoft.com/office/drawing/2014/main" id="{771BF29F-B588-4483-86A0-DDC0566DBDE1}"/>
              </a:ext>
            </a:extLst>
          </p:cNvPr>
          <p:cNvSpPr/>
          <p:nvPr/>
        </p:nvSpPr>
        <p:spPr>
          <a:xfrm>
            <a:off x="1889760" y="2865120"/>
            <a:ext cx="2804160" cy="280416"/>
          </a:xfrm>
          <a:prstGeom prst="rect">
            <a:avLst/>
          </a:prstGeom>
          <a:noFill/>
          <a:ln/>
        </p:spPr>
        <p:txBody>
          <a:bodyPr wrap="square" lIns="0" tIns="67733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Pankajbhai Khasiya</a:t>
            </a:r>
            <a:endParaRPr lang="en-US" sz="1200" dirty="0"/>
          </a:p>
        </p:txBody>
      </p:sp>
      <p:sp>
        <p:nvSpPr>
          <p:cNvPr id="816" name="Text 81">
            <a:extLst>
              <a:ext uri="{FF2B5EF4-FFF2-40B4-BE49-F238E27FC236}">
                <a16:creationId xmlns:a16="http://schemas.microsoft.com/office/drawing/2014/main" id="{BD240322-8486-B9D3-2C8A-9939A338AD2D}"/>
              </a:ext>
            </a:extLst>
          </p:cNvPr>
          <p:cNvSpPr/>
          <p:nvPr/>
        </p:nvSpPr>
        <p:spPr>
          <a:xfrm>
            <a:off x="4693920" y="2865120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817" name="Text 82">
            <a:extLst>
              <a:ext uri="{FF2B5EF4-FFF2-40B4-BE49-F238E27FC236}">
                <a16:creationId xmlns:a16="http://schemas.microsoft.com/office/drawing/2014/main" id="{3D457837-3D4B-BD81-DE89-0DC89576AABC}"/>
              </a:ext>
            </a:extLst>
          </p:cNvPr>
          <p:cNvSpPr/>
          <p:nvPr/>
        </p:nvSpPr>
        <p:spPr>
          <a:xfrm>
            <a:off x="5608320" y="2865120"/>
            <a:ext cx="10972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200" dirty="0"/>
          </a:p>
        </p:txBody>
      </p:sp>
      <p:sp>
        <p:nvSpPr>
          <p:cNvPr id="818" name="Text 83">
            <a:extLst>
              <a:ext uri="{FF2B5EF4-FFF2-40B4-BE49-F238E27FC236}">
                <a16:creationId xmlns:a16="http://schemas.microsoft.com/office/drawing/2014/main" id="{8F4FCF88-56EA-B3E6-7A62-4205522F8F95}"/>
              </a:ext>
            </a:extLst>
          </p:cNvPr>
          <p:cNvSpPr/>
          <p:nvPr/>
        </p:nvSpPr>
        <p:spPr>
          <a:xfrm>
            <a:off x="6705600" y="2865120"/>
            <a:ext cx="7924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1200" dirty="0"/>
          </a:p>
        </p:txBody>
      </p:sp>
      <p:sp>
        <p:nvSpPr>
          <p:cNvPr id="819" name="Text 84">
            <a:extLst>
              <a:ext uri="{FF2B5EF4-FFF2-40B4-BE49-F238E27FC236}">
                <a16:creationId xmlns:a16="http://schemas.microsoft.com/office/drawing/2014/main" id="{F5A8C231-6749-F5A1-0BAE-E03159C467CD}"/>
              </a:ext>
            </a:extLst>
          </p:cNvPr>
          <p:cNvSpPr/>
          <p:nvPr/>
        </p:nvSpPr>
        <p:spPr>
          <a:xfrm>
            <a:off x="7498080" y="2865120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1200" dirty="0"/>
          </a:p>
        </p:txBody>
      </p:sp>
      <p:sp>
        <p:nvSpPr>
          <p:cNvPr id="820" name="Text 85">
            <a:extLst>
              <a:ext uri="{FF2B5EF4-FFF2-40B4-BE49-F238E27FC236}">
                <a16:creationId xmlns:a16="http://schemas.microsoft.com/office/drawing/2014/main" id="{5620B8D2-E16C-F05E-43A4-DB730A06991F}"/>
              </a:ext>
            </a:extLst>
          </p:cNvPr>
          <p:cNvSpPr/>
          <p:nvPr/>
        </p:nvSpPr>
        <p:spPr>
          <a:xfrm>
            <a:off x="8412480" y="2865120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821" name="Text 86">
            <a:extLst>
              <a:ext uri="{FF2B5EF4-FFF2-40B4-BE49-F238E27FC236}">
                <a16:creationId xmlns:a16="http://schemas.microsoft.com/office/drawing/2014/main" id="{DE74A42F-1EE2-C12C-017B-11298CA4C5AB}"/>
              </a:ext>
            </a:extLst>
          </p:cNvPr>
          <p:cNvSpPr/>
          <p:nvPr/>
        </p:nvSpPr>
        <p:spPr>
          <a:xfrm>
            <a:off x="9326880" y="2865120"/>
            <a:ext cx="103632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22" name="Shape 87">
            <a:extLst>
              <a:ext uri="{FF2B5EF4-FFF2-40B4-BE49-F238E27FC236}">
                <a16:creationId xmlns:a16="http://schemas.microsoft.com/office/drawing/2014/main" id="{38C912A5-46B6-1827-9EBE-53933F283382}"/>
              </a:ext>
            </a:extLst>
          </p:cNvPr>
          <p:cNvSpPr/>
          <p:nvPr/>
        </p:nvSpPr>
        <p:spPr>
          <a:xfrm>
            <a:off x="304800" y="3145536"/>
            <a:ext cx="10058400" cy="0"/>
          </a:xfrm>
          <a:prstGeom prst="line">
            <a:avLst/>
          </a:prstGeom>
          <a:noFill/>
          <a:ln w="6350">
            <a:solidFill>
              <a:srgbClr val="1F3550"/>
            </a:solidFill>
            <a:prstDash val="solid"/>
          </a:ln>
        </p:spPr>
      </p:sp>
      <p:sp>
        <p:nvSpPr>
          <p:cNvPr id="823" name="Shape 88">
            <a:extLst>
              <a:ext uri="{FF2B5EF4-FFF2-40B4-BE49-F238E27FC236}">
                <a16:creationId xmlns:a16="http://schemas.microsoft.com/office/drawing/2014/main" id="{A47DB997-B395-B29C-7F38-F1B101E3EC79}"/>
              </a:ext>
            </a:extLst>
          </p:cNvPr>
          <p:cNvSpPr/>
          <p:nvPr/>
        </p:nvSpPr>
        <p:spPr>
          <a:xfrm>
            <a:off x="304800" y="3145536"/>
            <a:ext cx="10058400" cy="2804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121E2B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824" name="Shape 89">
            <a:extLst>
              <a:ext uri="{FF2B5EF4-FFF2-40B4-BE49-F238E27FC236}">
                <a16:creationId xmlns:a16="http://schemas.microsoft.com/office/drawing/2014/main" id="{39E753B2-6FED-4630-02FE-06AA9A8E46E4}"/>
              </a:ext>
            </a:extLst>
          </p:cNvPr>
          <p:cNvSpPr/>
          <p:nvPr/>
        </p:nvSpPr>
        <p:spPr>
          <a:xfrm>
            <a:off x="304800" y="3145536"/>
            <a:ext cx="48768" cy="280416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</p:sp>
      <p:sp>
        <p:nvSpPr>
          <p:cNvPr id="825" name="Text 90">
            <a:extLst>
              <a:ext uri="{FF2B5EF4-FFF2-40B4-BE49-F238E27FC236}">
                <a16:creationId xmlns:a16="http://schemas.microsoft.com/office/drawing/2014/main" id="{FA465FF8-A5D0-C81B-2C05-232EBA2F68D6}"/>
              </a:ext>
            </a:extLst>
          </p:cNvPr>
          <p:cNvSpPr/>
          <p:nvPr/>
        </p:nvSpPr>
        <p:spPr>
          <a:xfrm>
            <a:off x="304800" y="3145536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03-Feb</a:t>
            </a:r>
            <a:endParaRPr lang="en-US" sz="1200" dirty="0"/>
          </a:p>
        </p:txBody>
      </p:sp>
      <p:sp>
        <p:nvSpPr>
          <p:cNvPr id="826" name="Text 91">
            <a:extLst>
              <a:ext uri="{FF2B5EF4-FFF2-40B4-BE49-F238E27FC236}">
                <a16:creationId xmlns:a16="http://schemas.microsoft.com/office/drawing/2014/main" id="{3375B1B6-DF82-038A-7A7B-A5B4C7264B89}"/>
              </a:ext>
            </a:extLst>
          </p:cNvPr>
          <p:cNvSpPr/>
          <p:nvPr/>
        </p:nvSpPr>
        <p:spPr>
          <a:xfrm>
            <a:off x="1219200" y="3145536"/>
            <a:ext cx="67056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200" dirty="0"/>
          </a:p>
        </p:txBody>
      </p:sp>
      <p:sp>
        <p:nvSpPr>
          <p:cNvPr id="827" name="Text 92">
            <a:extLst>
              <a:ext uri="{FF2B5EF4-FFF2-40B4-BE49-F238E27FC236}">
                <a16:creationId xmlns:a16="http://schemas.microsoft.com/office/drawing/2014/main" id="{46ACC4B0-EA5C-630F-FAC2-751DE17D5DA7}"/>
              </a:ext>
            </a:extLst>
          </p:cNvPr>
          <p:cNvSpPr/>
          <p:nvPr/>
        </p:nvSpPr>
        <p:spPr>
          <a:xfrm>
            <a:off x="1889760" y="3145536"/>
            <a:ext cx="2804160" cy="280416"/>
          </a:xfrm>
          <a:prstGeom prst="rect">
            <a:avLst/>
          </a:prstGeom>
          <a:noFill/>
          <a:ln/>
        </p:spPr>
        <p:txBody>
          <a:bodyPr wrap="square" lIns="0" tIns="67733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Hritik Singh</a:t>
            </a:r>
            <a:endParaRPr lang="en-US" sz="1200" dirty="0"/>
          </a:p>
        </p:txBody>
      </p:sp>
      <p:sp>
        <p:nvSpPr>
          <p:cNvPr id="828" name="Text 93">
            <a:extLst>
              <a:ext uri="{FF2B5EF4-FFF2-40B4-BE49-F238E27FC236}">
                <a16:creationId xmlns:a16="http://schemas.microsoft.com/office/drawing/2014/main" id="{0099E6C3-75AC-7638-E49F-297383AB8C9B}"/>
              </a:ext>
            </a:extLst>
          </p:cNvPr>
          <p:cNvSpPr/>
          <p:nvPr/>
        </p:nvSpPr>
        <p:spPr>
          <a:xfrm>
            <a:off x="4693920" y="3145536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829" name="Text 94">
            <a:extLst>
              <a:ext uri="{FF2B5EF4-FFF2-40B4-BE49-F238E27FC236}">
                <a16:creationId xmlns:a16="http://schemas.microsoft.com/office/drawing/2014/main" id="{BEF6AA25-E171-1939-ECE1-D0D60DB63358}"/>
              </a:ext>
            </a:extLst>
          </p:cNvPr>
          <p:cNvSpPr/>
          <p:nvPr/>
        </p:nvSpPr>
        <p:spPr>
          <a:xfrm>
            <a:off x="5608320" y="3145536"/>
            <a:ext cx="10972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200" dirty="0"/>
          </a:p>
        </p:txBody>
      </p:sp>
      <p:sp>
        <p:nvSpPr>
          <p:cNvPr id="830" name="Text 95">
            <a:extLst>
              <a:ext uri="{FF2B5EF4-FFF2-40B4-BE49-F238E27FC236}">
                <a16:creationId xmlns:a16="http://schemas.microsoft.com/office/drawing/2014/main" id="{E18AD91F-B004-F30A-38B0-EC5933D9460A}"/>
              </a:ext>
            </a:extLst>
          </p:cNvPr>
          <p:cNvSpPr/>
          <p:nvPr/>
        </p:nvSpPr>
        <p:spPr>
          <a:xfrm>
            <a:off x="6705600" y="3145536"/>
            <a:ext cx="7924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1200" dirty="0"/>
          </a:p>
        </p:txBody>
      </p:sp>
      <p:sp>
        <p:nvSpPr>
          <p:cNvPr id="831" name="Text 96">
            <a:extLst>
              <a:ext uri="{FF2B5EF4-FFF2-40B4-BE49-F238E27FC236}">
                <a16:creationId xmlns:a16="http://schemas.microsoft.com/office/drawing/2014/main" id="{D5123CEE-EC4E-221B-BF1F-138D49EB02A7}"/>
              </a:ext>
            </a:extLst>
          </p:cNvPr>
          <p:cNvSpPr/>
          <p:nvPr/>
        </p:nvSpPr>
        <p:spPr>
          <a:xfrm>
            <a:off x="7498080" y="3145536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1200" dirty="0"/>
          </a:p>
        </p:txBody>
      </p:sp>
      <p:sp>
        <p:nvSpPr>
          <p:cNvPr id="832" name="Text 97">
            <a:extLst>
              <a:ext uri="{FF2B5EF4-FFF2-40B4-BE49-F238E27FC236}">
                <a16:creationId xmlns:a16="http://schemas.microsoft.com/office/drawing/2014/main" id="{0EF05D44-F981-90E9-ECE1-98857E743249}"/>
              </a:ext>
            </a:extLst>
          </p:cNvPr>
          <p:cNvSpPr/>
          <p:nvPr/>
        </p:nvSpPr>
        <p:spPr>
          <a:xfrm>
            <a:off x="8412480" y="3145536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833" name="Text 98">
            <a:extLst>
              <a:ext uri="{FF2B5EF4-FFF2-40B4-BE49-F238E27FC236}">
                <a16:creationId xmlns:a16="http://schemas.microsoft.com/office/drawing/2014/main" id="{443BBF7F-A32A-70D6-3EDB-75012ACC80FF}"/>
              </a:ext>
            </a:extLst>
          </p:cNvPr>
          <p:cNvSpPr/>
          <p:nvPr/>
        </p:nvSpPr>
        <p:spPr>
          <a:xfrm>
            <a:off x="9326880" y="3145536"/>
            <a:ext cx="103632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834" name="Shape 99">
            <a:extLst>
              <a:ext uri="{FF2B5EF4-FFF2-40B4-BE49-F238E27FC236}">
                <a16:creationId xmlns:a16="http://schemas.microsoft.com/office/drawing/2014/main" id="{A0734441-AD7D-7F17-02C5-AFD5BBD79B94}"/>
              </a:ext>
            </a:extLst>
          </p:cNvPr>
          <p:cNvSpPr/>
          <p:nvPr/>
        </p:nvSpPr>
        <p:spPr>
          <a:xfrm>
            <a:off x="304800" y="3425952"/>
            <a:ext cx="10058400" cy="0"/>
          </a:xfrm>
          <a:prstGeom prst="line">
            <a:avLst/>
          </a:prstGeom>
          <a:noFill/>
          <a:ln w="6350">
            <a:solidFill>
              <a:srgbClr val="1F3550"/>
            </a:solidFill>
            <a:prstDash val="solid"/>
          </a:ln>
        </p:spPr>
      </p:sp>
      <p:sp>
        <p:nvSpPr>
          <p:cNvPr id="835" name="Shape 100">
            <a:extLst>
              <a:ext uri="{FF2B5EF4-FFF2-40B4-BE49-F238E27FC236}">
                <a16:creationId xmlns:a16="http://schemas.microsoft.com/office/drawing/2014/main" id="{6F3AE9BE-C7B3-4880-6707-4F9EC39D5A7C}"/>
              </a:ext>
            </a:extLst>
          </p:cNvPr>
          <p:cNvSpPr/>
          <p:nvPr/>
        </p:nvSpPr>
        <p:spPr>
          <a:xfrm>
            <a:off x="304800" y="3425952"/>
            <a:ext cx="10058400" cy="2804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82739"/>
            </a:solidFill>
            <a:prstDash val="solid"/>
          </a:ln>
        </p:spPr>
      </p:sp>
      <p:sp>
        <p:nvSpPr>
          <p:cNvPr id="836" name="Shape 101">
            <a:extLst>
              <a:ext uri="{FF2B5EF4-FFF2-40B4-BE49-F238E27FC236}">
                <a16:creationId xmlns:a16="http://schemas.microsoft.com/office/drawing/2014/main" id="{5F650147-5909-8307-DD50-E0805EDE5326}"/>
              </a:ext>
            </a:extLst>
          </p:cNvPr>
          <p:cNvSpPr/>
          <p:nvPr/>
        </p:nvSpPr>
        <p:spPr>
          <a:xfrm>
            <a:off x="304800" y="3425952"/>
            <a:ext cx="48768" cy="280416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</p:sp>
      <p:sp>
        <p:nvSpPr>
          <p:cNvPr id="837" name="Text 102">
            <a:extLst>
              <a:ext uri="{FF2B5EF4-FFF2-40B4-BE49-F238E27FC236}">
                <a16:creationId xmlns:a16="http://schemas.microsoft.com/office/drawing/2014/main" id="{3274A231-B7FC-FC6A-69CC-1685128AD9ED}"/>
              </a:ext>
            </a:extLst>
          </p:cNvPr>
          <p:cNvSpPr/>
          <p:nvPr/>
        </p:nvSpPr>
        <p:spPr>
          <a:xfrm>
            <a:off x="304800" y="3425952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25-Feb</a:t>
            </a:r>
            <a:endParaRPr lang="en-US" sz="1200" dirty="0"/>
          </a:p>
        </p:txBody>
      </p:sp>
      <p:sp>
        <p:nvSpPr>
          <p:cNvPr id="838" name="Text 103">
            <a:extLst>
              <a:ext uri="{FF2B5EF4-FFF2-40B4-BE49-F238E27FC236}">
                <a16:creationId xmlns:a16="http://schemas.microsoft.com/office/drawing/2014/main" id="{7D3E8900-670F-2AB5-EEA1-803331A071D4}"/>
              </a:ext>
            </a:extLst>
          </p:cNvPr>
          <p:cNvSpPr/>
          <p:nvPr/>
        </p:nvSpPr>
        <p:spPr>
          <a:xfrm>
            <a:off x="1219200" y="3425952"/>
            <a:ext cx="67056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200" dirty="0"/>
          </a:p>
        </p:txBody>
      </p:sp>
      <p:sp>
        <p:nvSpPr>
          <p:cNvPr id="839" name="Text 104">
            <a:extLst>
              <a:ext uri="{FF2B5EF4-FFF2-40B4-BE49-F238E27FC236}">
                <a16:creationId xmlns:a16="http://schemas.microsoft.com/office/drawing/2014/main" id="{A651902C-A7E8-AFD3-7DC0-858853FE3126}"/>
              </a:ext>
            </a:extLst>
          </p:cNvPr>
          <p:cNvSpPr/>
          <p:nvPr/>
        </p:nvSpPr>
        <p:spPr>
          <a:xfrm>
            <a:off x="1889760" y="3425952"/>
            <a:ext cx="2804160" cy="280416"/>
          </a:xfrm>
          <a:prstGeom prst="rect">
            <a:avLst/>
          </a:prstGeom>
          <a:noFill/>
          <a:ln/>
        </p:spPr>
        <p:txBody>
          <a:bodyPr wrap="square" lIns="0" tIns="67733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Rutvik</a:t>
            </a:r>
            <a:endParaRPr lang="en-US" sz="1200" dirty="0"/>
          </a:p>
        </p:txBody>
      </p:sp>
      <p:sp>
        <p:nvSpPr>
          <p:cNvPr id="840" name="Text 105">
            <a:extLst>
              <a:ext uri="{FF2B5EF4-FFF2-40B4-BE49-F238E27FC236}">
                <a16:creationId xmlns:a16="http://schemas.microsoft.com/office/drawing/2014/main" id="{B4945F68-F2C7-BBD5-F7B9-85571EBFF41C}"/>
              </a:ext>
            </a:extLst>
          </p:cNvPr>
          <p:cNvSpPr/>
          <p:nvPr/>
        </p:nvSpPr>
        <p:spPr>
          <a:xfrm>
            <a:off x="4693920" y="3425952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841" name="Text 106">
            <a:extLst>
              <a:ext uri="{FF2B5EF4-FFF2-40B4-BE49-F238E27FC236}">
                <a16:creationId xmlns:a16="http://schemas.microsoft.com/office/drawing/2014/main" id="{2D3CFC38-495F-0688-4654-5547CD1C8D19}"/>
              </a:ext>
            </a:extLst>
          </p:cNvPr>
          <p:cNvSpPr/>
          <p:nvPr/>
        </p:nvSpPr>
        <p:spPr>
          <a:xfrm>
            <a:off x="5608320" y="3425952"/>
            <a:ext cx="10972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170</a:t>
            </a:r>
            <a:endParaRPr lang="en-US" sz="1200" dirty="0"/>
          </a:p>
        </p:txBody>
      </p:sp>
      <p:sp>
        <p:nvSpPr>
          <p:cNvPr id="842" name="Text 107">
            <a:extLst>
              <a:ext uri="{FF2B5EF4-FFF2-40B4-BE49-F238E27FC236}">
                <a16:creationId xmlns:a16="http://schemas.microsoft.com/office/drawing/2014/main" id="{88B93BE6-C9B4-09F5-6745-399E8C3EC649}"/>
              </a:ext>
            </a:extLst>
          </p:cNvPr>
          <p:cNvSpPr/>
          <p:nvPr/>
        </p:nvSpPr>
        <p:spPr>
          <a:xfrm>
            <a:off x="6705600" y="3425952"/>
            <a:ext cx="7924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138</a:t>
            </a:r>
            <a:endParaRPr lang="en-US" sz="1200" dirty="0"/>
          </a:p>
        </p:txBody>
      </p:sp>
      <p:sp>
        <p:nvSpPr>
          <p:cNvPr id="843" name="Text 108">
            <a:extLst>
              <a:ext uri="{FF2B5EF4-FFF2-40B4-BE49-F238E27FC236}">
                <a16:creationId xmlns:a16="http://schemas.microsoft.com/office/drawing/2014/main" id="{38B60E57-F576-5413-86E5-4EE6FFF1BF4E}"/>
              </a:ext>
            </a:extLst>
          </p:cNvPr>
          <p:cNvSpPr/>
          <p:nvPr/>
        </p:nvSpPr>
        <p:spPr>
          <a:xfrm>
            <a:off x="7498080" y="3425952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134</a:t>
            </a:r>
            <a:endParaRPr lang="en-US" sz="1200" dirty="0"/>
          </a:p>
        </p:txBody>
      </p:sp>
      <p:sp>
        <p:nvSpPr>
          <p:cNvPr id="844" name="Text 109">
            <a:extLst>
              <a:ext uri="{FF2B5EF4-FFF2-40B4-BE49-F238E27FC236}">
                <a16:creationId xmlns:a16="http://schemas.microsoft.com/office/drawing/2014/main" id="{F49D5C54-AC28-93B3-C755-51C49A3536CF}"/>
              </a:ext>
            </a:extLst>
          </p:cNvPr>
          <p:cNvSpPr/>
          <p:nvPr/>
        </p:nvSpPr>
        <p:spPr>
          <a:xfrm>
            <a:off x="8412480" y="3425952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845" name="Text 110">
            <a:extLst>
              <a:ext uri="{FF2B5EF4-FFF2-40B4-BE49-F238E27FC236}">
                <a16:creationId xmlns:a16="http://schemas.microsoft.com/office/drawing/2014/main" id="{EE81AE65-6CBE-3F0B-AC36-E53239C8FD95}"/>
              </a:ext>
            </a:extLst>
          </p:cNvPr>
          <p:cNvSpPr/>
          <p:nvPr/>
        </p:nvSpPr>
        <p:spPr>
          <a:xfrm>
            <a:off x="9326880" y="3425952"/>
            <a:ext cx="103632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846" name="Shape 111">
            <a:extLst>
              <a:ext uri="{FF2B5EF4-FFF2-40B4-BE49-F238E27FC236}">
                <a16:creationId xmlns:a16="http://schemas.microsoft.com/office/drawing/2014/main" id="{489BFD07-AB3A-BD77-1F9E-8B613ED68D2C}"/>
              </a:ext>
            </a:extLst>
          </p:cNvPr>
          <p:cNvSpPr/>
          <p:nvPr/>
        </p:nvSpPr>
        <p:spPr>
          <a:xfrm>
            <a:off x="304800" y="3706368"/>
            <a:ext cx="10058400" cy="0"/>
          </a:xfrm>
          <a:prstGeom prst="line">
            <a:avLst/>
          </a:prstGeom>
          <a:noFill/>
          <a:ln w="6350">
            <a:solidFill>
              <a:srgbClr val="1F3550"/>
            </a:solidFill>
            <a:prstDash val="solid"/>
          </a:ln>
        </p:spPr>
      </p:sp>
      <p:sp>
        <p:nvSpPr>
          <p:cNvPr id="847" name="Shape 112">
            <a:extLst>
              <a:ext uri="{FF2B5EF4-FFF2-40B4-BE49-F238E27FC236}">
                <a16:creationId xmlns:a16="http://schemas.microsoft.com/office/drawing/2014/main" id="{92633F43-C2AD-40B6-D30B-1BF08B17F23F}"/>
              </a:ext>
            </a:extLst>
          </p:cNvPr>
          <p:cNvSpPr/>
          <p:nvPr/>
        </p:nvSpPr>
        <p:spPr>
          <a:xfrm>
            <a:off x="304800" y="3706368"/>
            <a:ext cx="10058400" cy="2804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48" name="Shape 113">
            <a:extLst>
              <a:ext uri="{FF2B5EF4-FFF2-40B4-BE49-F238E27FC236}">
                <a16:creationId xmlns:a16="http://schemas.microsoft.com/office/drawing/2014/main" id="{60D3B4B5-D34D-484F-785A-E4A30347209D}"/>
              </a:ext>
            </a:extLst>
          </p:cNvPr>
          <p:cNvSpPr/>
          <p:nvPr/>
        </p:nvSpPr>
        <p:spPr>
          <a:xfrm>
            <a:off x="304800" y="3706368"/>
            <a:ext cx="48768" cy="280416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</p:sp>
      <p:sp>
        <p:nvSpPr>
          <p:cNvPr id="849" name="Text 114">
            <a:extLst>
              <a:ext uri="{FF2B5EF4-FFF2-40B4-BE49-F238E27FC236}">
                <a16:creationId xmlns:a16="http://schemas.microsoft.com/office/drawing/2014/main" id="{4CBF903B-B0EA-3D38-9B05-2BAD4C3B8809}"/>
              </a:ext>
            </a:extLst>
          </p:cNvPr>
          <p:cNvSpPr/>
          <p:nvPr/>
        </p:nvSpPr>
        <p:spPr>
          <a:xfrm>
            <a:off x="304800" y="3706368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02-Feb</a:t>
            </a:r>
            <a:endParaRPr lang="en-US" sz="1200" dirty="0"/>
          </a:p>
        </p:txBody>
      </p:sp>
      <p:sp>
        <p:nvSpPr>
          <p:cNvPr id="850" name="Text 115">
            <a:extLst>
              <a:ext uri="{FF2B5EF4-FFF2-40B4-BE49-F238E27FC236}">
                <a16:creationId xmlns:a16="http://schemas.microsoft.com/office/drawing/2014/main" id="{5A16ACB9-1C36-04BB-BB28-95DB3FA25C25}"/>
              </a:ext>
            </a:extLst>
          </p:cNvPr>
          <p:cNvSpPr/>
          <p:nvPr/>
        </p:nvSpPr>
        <p:spPr>
          <a:xfrm>
            <a:off x="1219200" y="3706368"/>
            <a:ext cx="67056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200" dirty="0"/>
          </a:p>
        </p:txBody>
      </p:sp>
      <p:sp>
        <p:nvSpPr>
          <p:cNvPr id="851" name="Text 116">
            <a:extLst>
              <a:ext uri="{FF2B5EF4-FFF2-40B4-BE49-F238E27FC236}">
                <a16:creationId xmlns:a16="http://schemas.microsoft.com/office/drawing/2014/main" id="{89B14602-EAE4-C846-3E10-75524ECCD027}"/>
              </a:ext>
            </a:extLst>
          </p:cNvPr>
          <p:cNvSpPr/>
          <p:nvPr/>
        </p:nvSpPr>
        <p:spPr>
          <a:xfrm>
            <a:off x="1889760" y="3706368"/>
            <a:ext cx="2804160" cy="280416"/>
          </a:xfrm>
          <a:prstGeom prst="rect">
            <a:avLst/>
          </a:prstGeom>
          <a:noFill/>
          <a:ln/>
        </p:spPr>
        <p:txBody>
          <a:bodyPr wrap="square" lIns="0" tIns="67733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Hashmukh</a:t>
            </a:r>
            <a:endParaRPr lang="en-US" sz="1200" dirty="0"/>
          </a:p>
        </p:txBody>
      </p:sp>
      <p:sp>
        <p:nvSpPr>
          <p:cNvPr id="852" name="Text 117">
            <a:extLst>
              <a:ext uri="{FF2B5EF4-FFF2-40B4-BE49-F238E27FC236}">
                <a16:creationId xmlns:a16="http://schemas.microsoft.com/office/drawing/2014/main" id="{F311CDD0-3ED3-B990-5619-D63CC8D44252}"/>
              </a:ext>
            </a:extLst>
          </p:cNvPr>
          <p:cNvSpPr/>
          <p:nvPr/>
        </p:nvSpPr>
        <p:spPr>
          <a:xfrm>
            <a:off x="4693920" y="3706368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853" name="Text 118">
            <a:extLst>
              <a:ext uri="{FF2B5EF4-FFF2-40B4-BE49-F238E27FC236}">
                <a16:creationId xmlns:a16="http://schemas.microsoft.com/office/drawing/2014/main" id="{77CBAF3F-7CA2-E693-18F6-42D87E73142A}"/>
              </a:ext>
            </a:extLst>
          </p:cNvPr>
          <p:cNvSpPr/>
          <p:nvPr/>
        </p:nvSpPr>
        <p:spPr>
          <a:xfrm>
            <a:off x="5608320" y="3706368"/>
            <a:ext cx="10972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440</a:t>
            </a:r>
            <a:endParaRPr lang="en-US" sz="1200" dirty="0"/>
          </a:p>
        </p:txBody>
      </p:sp>
      <p:sp>
        <p:nvSpPr>
          <p:cNvPr id="854" name="Text 119">
            <a:extLst>
              <a:ext uri="{FF2B5EF4-FFF2-40B4-BE49-F238E27FC236}">
                <a16:creationId xmlns:a16="http://schemas.microsoft.com/office/drawing/2014/main" id="{7B37EA5C-32CA-12A5-2769-B039CC562BD1}"/>
              </a:ext>
            </a:extLst>
          </p:cNvPr>
          <p:cNvSpPr/>
          <p:nvPr/>
        </p:nvSpPr>
        <p:spPr>
          <a:xfrm>
            <a:off x="6705600" y="3706368"/>
            <a:ext cx="7924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209</a:t>
            </a:r>
            <a:endParaRPr lang="en-US" sz="1200" dirty="0"/>
          </a:p>
        </p:txBody>
      </p:sp>
      <p:sp>
        <p:nvSpPr>
          <p:cNvPr id="855" name="Text 120">
            <a:extLst>
              <a:ext uri="{FF2B5EF4-FFF2-40B4-BE49-F238E27FC236}">
                <a16:creationId xmlns:a16="http://schemas.microsoft.com/office/drawing/2014/main" id="{702CC370-4BCE-1D9A-1C82-28D37D451F86}"/>
              </a:ext>
            </a:extLst>
          </p:cNvPr>
          <p:cNvSpPr/>
          <p:nvPr/>
        </p:nvSpPr>
        <p:spPr>
          <a:xfrm>
            <a:off x="7498080" y="3706368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156</a:t>
            </a:r>
            <a:endParaRPr lang="en-US" sz="1200" dirty="0"/>
          </a:p>
        </p:txBody>
      </p:sp>
      <p:sp>
        <p:nvSpPr>
          <p:cNvPr id="856" name="Text 121">
            <a:extLst>
              <a:ext uri="{FF2B5EF4-FFF2-40B4-BE49-F238E27FC236}">
                <a16:creationId xmlns:a16="http://schemas.microsoft.com/office/drawing/2014/main" id="{7CB278D6-DCE4-16CC-5538-9C6D17267811}"/>
              </a:ext>
            </a:extLst>
          </p:cNvPr>
          <p:cNvSpPr/>
          <p:nvPr/>
        </p:nvSpPr>
        <p:spPr>
          <a:xfrm>
            <a:off x="8412480" y="3706368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857" name="Text 122">
            <a:extLst>
              <a:ext uri="{FF2B5EF4-FFF2-40B4-BE49-F238E27FC236}">
                <a16:creationId xmlns:a16="http://schemas.microsoft.com/office/drawing/2014/main" id="{832921B0-AD81-6E17-D8EA-BB67A4C98BAD}"/>
              </a:ext>
            </a:extLst>
          </p:cNvPr>
          <p:cNvSpPr/>
          <p:nvPr/>
        </p:nvSpPr>
        <p:spPr>
          <a:xfrm>
            <a:off x="9326880" y="3706368"/>
            <a:ext cx="103632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200" dirty="0"/>
          </a:p>
        </p:txBody>
      </p:sp>
      <p:sp>
        <p:nvSpPr>
          <p:cNvPr id="858" name="Shape 123">
            <a:extLst>
              <a:ext uri="{FF2B5EF4-FFF2-40B4-BE49-F238E27FC236}">
                <a16:creationId xmlns:a16="http://schemas.microsoft.com/office/drawing/2014/main" id="{FAD232AA-12E1-B03A-576D-F2608ADE0F37}"/>
              </a:ext>
            </a:extLst>
          </p:cNvPr>
          <p:cNvSpPr/>
          <p:nvPr/>
        </p:nvSpPr>
        <p:spPr>
          <a:xfrm>
            <a:off x="304800" y="3986784"/>
            <a:ext cx="10058400" cy="0"/>
          </a:xfrm>
          <a:prstGeom prst="line">
            <a:avLst/>
          </a:prstGeom>
          <a:noFill/>
          <a:ln w="6350">
            <a:solidFill>
              <a:srgbClr val="1F3550"/>
            </a:solidFill>
            <a:prstDash val="solid"/>
          </a:ln>
        </p:spPr>
      </p:sp>
      <p:sp>
        <p:nvSpPr>
          <p:cNvPr id="859" name="Shape 124">
            <a:extLst>
              <a:ext uri="{FF2B5EF4-FFF2-40B4-BE49-F238E27FC236}">
                <a16:creationId xmlns:a16="http://schemas.microsoft.com/office/drawing/2014/main" id="{C9498C96-B3BD-0E5B-C8B5-D0803FABD7B8}"/>
              </a:ext>
            </a:extLst>
          </p:cNvPr>
          <p:cNvSpPr/>
          <p:nvPr/>
        </p:nvSpPr>
        <p:spPr>
          <a:xfrm>
            <a:off x="304800" y="3986784"/>
            <a:ext cx="10058400" cy="2804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82739"/>
            </a:solidFill>
            <a:prstDash val="solid"/>
          </a:ln>
        </p:spPr>
      </p:sp>
      <p:sp>
        <p:nvSpPr>
          <p:cNvPr id="860" name="Shape 125">
            <a:extLst>
              <a:ext uri="{FF2B5EF4-FFF2-40B4-BE49-F238E27FC236}">
                <a16:creationId xmlns:a16="http://schemas.microsoft.com/office/drawing/2014/main" id="{B9C2F351-6039-E0F9-7C7A-CA2056AC95F6}"/>
              </a:ext>
            </a:extLst>
          </p:cNvPr>
          <p:cNvSpPr/>
          <p:nvPr/>
        </p:nvSpPr>
        <p:spPr>
          <a:xfrm>
            <a:off x="304800" y="3986784"/>
            <a:ext cx="48768" cy="280416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</p:sp>
      <p:sp>
        <p:nvSpPr>
          <p:cNvPr id="861" name="Text 126">
            <a:extLst>
              <a:ext uri="{FF2B5EF4-FFF2-40B4-BE49-F238E27FC236}">
                <a16:creationId xmlns:a16="http://schemas.microsoft.com/office/drawing/2014/main" id="{81F7D52C-3FAA-955F-A475-EB42D8B9AF37}"/>
              </a:ext>
            </a:extLst>
          </p:cNvPr>
          <p:cNvSpPr/>
          <p:nvPr/>
        </p:nvSpPr>
        <p:spPr>
          <a:xfrm>
            <a:off x="304800" y="3986784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05-Feb</a:t>
            </a:r>
            <a:endParaRPr lang="en-US" sz="1200" dirty="0"/>
          </a:p>
        </p:txBody>
      </p:sp>
      <p:sp>
        <p:nvSpPr>
          <p:cNvPr id="862" name="Text 127">
            <a:extLst>
              <a:ext uri="{FF2B5EF4-FFF2-40B4-BE49-F238E27FC236}">
                <a16:creationId xmlns:a16="http://schemas.microsoft.com/office/drawing/2014/main" id="{1DC156C3-634E-19BE-7B08-3CB2F8B6E2DC}"/>
              </a:ext>
            </a:extLst>
          </p:cNvPr>
          <p:cNvSpPr/>
          <p:nvPr/>
        </p:nvSpPr>
        <p:spPr>
          <a:xfrm>
            <a:off x="1219200" y="3986784"/>
            <a:ext cx="67056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200" dirty="0"/>
          </a:p>
        </p:txBody>
      </p:sp>
      <p:sp>
        <p:nvSpPr>
          <p:cNvPr id="863" name="Text 128">
            <a:extLst>
              <a:ext uri="{FF2B5EF4-FFF2-40B4-BE49-F238E27FC236}">
                <a16:creationId xmlns:a16="http://schemas.microsoft.com/office/drawing/2014/main" id="{49C0F865-E2BF-A3DE-816A-E32E8CEAAF60}"/>
              </a:ext>
            </a:extLst>
          </p:cNvPr>
          <p:cNvSpPr/>
          <p:nvPr/>
        </p:nvSpPr>
        <p:spPr>
          <a:xfrm>
            <a:off x="1889760" y="3986784"/>
            <a:ext cx="2804160" cy="280416"/>
          </a:xfrm>
          <a:prstGeom prst="rect">
            <a:avLst/>
          </a:prstGeom>
          <a:noFill/>
          <a:ln/>
        </p:spPr>
        <p:txBody>
          <a:bodyPr wrap="square" lIns="0" tIns="67733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Pankajbhai Khasiya</a:t>
            </a:r>
            <a:endParaRPr lang="en-US" sz="1200" dirty="0"/>
          </a:p>
        </p:txBody>
      </p:sp>
      <p:sp>
        <p:nvSpPr>
          <p:cNvPr id="864" name="Text 129">
            <a:extLst>
              <a:ext uri="{FF2B5EF4-FFF2-40B4-BE49-F238E27FC236}">
                <a16:creationId xmlns:a16="http://schemas.microsoft.com/office/drawing/2014/main" id="{C9780A52-7690-C201-04C5-90055DD2F57B}"/>
              </a:ext>
            </a:extLst>
          </p:cNvPr>
          <p:cNvSpPr/>
          <p:nvPr/>
        </p:nvSpPr>
        <p:spPr>
          <a:xfrm>
            <a:off x="4693920" y="3986784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865" name="Text 130">
            <a:extLst>
              <a:ext uri="{FF2B5EF4-FFF2-40B4-BE49-F238E27FC236}">
                <a16:creationId xmlns:a16="http://schemas.microsoft.com/office/drawing/2014/main" id="{77B80BEA-5402-83FD-1957-6F6FDD3C5FAC}"/>
              </a:ext>
            </a:extLst>
          </p:cNvPr>
          <p:cNvSpPr/>
          <p:nvPr/>
        </p:nvSpPr>
        <p:spPr>
          <a:xfrm>
            <a:off x="5608320" y="3986784"/>
            <a:ext cx="10972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280</a:t>
            </a:r>
            <a:endParaRPr lang="en-US" sz="1200" dirty="0"/>
          </a:p>
        </p:txBody>
      </p:sp>
      <p:sp>
        <p:nvSpPr>
          <p:cNvPr id="866" name="Text 131">
            <a:extLst>
              <a:ext uri="{FF2B5EF4-FFF2-40B4-BE49-F238E27FC236}">
                <a16:creationId xmlns:a16="http://schemas.microsoft.com/office/drawing/2014/main" id="{09A67E80-47E8-775F-CC2F-ACA852456E54}"/>
              </a:ext>
            </a:extLst>
          </p:cNvPr>
          <p:cNvSpPr/>
          <p:nvPr/>
        </p:nvSpPr>
        <p:spPr>
          <a:xfrm>
            <a:off x="6705600" y="3986784"/>
            <a:ext cx="7924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159</a:t>
            </a:r>
            <a:endParaRPr lang="en-US" sz="1200" dirty="0"/>
          </a:p>
        </p:txBody>
      </p:sp>
      <p:sp>
        <p:nvSpPr>
          <p:cNvPr id="867" name="Text 132">
            <a:extLst>
              <a:ext uri="{FF2B5EF4-FFF2-40B4-BE49-F238E27FC236}">
                <a16:creationId xmlns:a16="http://schemas.microsoft.com/office/drawing/2014/main" id="{1AE76004-2223-0794-A0E4-E5E3DAC7C5C3}"/>
              </a:ext>
            </a:extLst>
          </p:cNvPr>
          <p:cNvSpPr/>
          <p:nvPr/>
        </p:nvSpPr>
        <p:spPr>
          <a:xfrm>
            <a:off x="7498080" y="3986784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159</a:t>
            </a:r>
            <a:endParaRPr lang="en-US" sz="1200" dirty="0"/>
          </a:p>
        </p:txBody>
      </p:sp>
      <p:sp>
        <p:nvSpPr>
          <p:cNvPr id="868" name="Text 133">
            <a:extLst>
              <a:ext uri="{FF2B5EF4-FFF2-40B4-BE49-F238E27FC236}">
                <a16:creationId xmlns:a16="http://schemas.microsoft.com/office/drawing/2014/main" id="{F00FACBA-610D-3FB4-910B-CB0C48F75156}"/>
              </a:ext>
            </a:extLst>
          </p:cNvPr>
          <p:cNvSpPr/>
          <p:nvPr/>
        </p:nvSpPr>
        <p:spPr>
          <a:xfrm>
            <a:off x="8412480" y="3986784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869" name="Text 134">
            <a:extLst>
              <a:ext uri="{FF2B5EF4-FFF2-40B4-BE49-F238E27FC236}">
                <a16:creationId xmlns:a16="http://schemas.microsoft.com/office/drawing/2014/main" id="{1A0428DB-8AF0-57FB-B83E-FAF30E8958D1}"/>
              </a:ext>
            </a:extLst>
          </p:cNvPr>
          <p:cNvSpPr/>
          <p:nvPr/>
        </p:nvSpPr>
        <p:spPr>
          <a:xfrm>
            <a:off x="9326880" y="3986784"/>
            <a:ext cx="103632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870" name="Shape 135">
            <a:extLst>
              <a:ext uri="{FF2B5EF4-FFF2-40B4-BE49-F238E27FC236}">
                <a16:creationId xmlns:a16="http://schemas.microsoft.com/office/drawing/2014/main" id="{D6AF2D16-8A54-22A0-F2E7-625A83EAB1F4}"/>
              </a:ext>
            </a:extLst>
          </p:cNvPr>
          <p:cNvSpPr/>
          <p:nvPr/>
        </p:nvSpPr>
        <p:spPr>
          <a:xfrm>
            <a:off x="304800" y="4267200"/>
            <a:ext cx="10058400" cy="0"/>
          </a:xfrm>
          <a:prstGeom prst="line">
            <a:avLst/>
          </a:prstGeom>
          <a:noFill/>
          <a:ln w="6350">
            <a:solidFill>
              <a:srgbClr val="1F3550"/>
            </a:solidFill>
            <a:prstDash val="solid"/>
          </a:ln>
        </p:spPr>
      </p:sp>
      <p:sp>
        <p:nvSpPr>
          <p:cNvPr id="871" name="Shape 136">
            <a:extLst>
              <a:ext uri="{FF2B5EF4-FFF2-40B4-BE49-F238E27FC236}">
                <a16:creationId xmlns:a16="http://schemas.microsoft.com/office/drawing/2014/main" id="{FD16E8E7-940F-F7B3-207F-AB5365607149}"/>
              </a:ext>
            </a:extLst>
          </p:cNvPr>
          <p:cNvSpPr/>
          <p:nvPr/>
        </p:nvSpPr>
        <p:spPr>
          <a:xfrm>
            <a:off x="304800" y="4267200"/>
            <a:ext cx="10058400" cy="2804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121E2B"/>
            </a:solidFill>
            <a:prstDash val="solid"/>
          </a:ln>
        </p:spPr>
      </p:sp>
      <p:sp>
        <p:nvSpPr>
          <p:cNvPr id="872" name="Shape 137">
            <a:extLst>
              <a:ext uri="{FF2B5EF4-FFF2-40B4-BE49-F238E27FC236}">
                <a16:creationId xmlns:a16="http://schemas.microsoft.com/office/drawing/2014/main" id="{061453FE-1025-4259-3F75-E7EB561BC8ED}"/>
              </a:ext>
            </a:extLst>
          </p:cNvPr>
          <p:cNvSpPr/>
          <p:nvPr/>
        </p:nvSpPr>
        <p:spPr>
          <a:xfrm>
            <a:off x="304800" y="4267200"/>
            <a:ext cx="48768" cy="280416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</p:sp>
      <p:sp>
        <p:nvSpPr>
          <p:cNvPr id="873" name="Text 138">
            <a:extLst>
              <a:ext uri="{FF2B5EF4-FFF2-40B4-BE49-F238E27FC236}">
                <a16:creationId xmlns:a16="http://schemas.microsoft.com/office/drawing/2014/main" id="{07D6A4F5-5E91-C328-7E81-D47CB34B5FC4}"/>
              </a:ext>
            </a:extLst>
          </p:cNvPr>
          <p:cNvSpPr/>
          <p:nvPr/>
        </p:nvSpPr>
        <p:spPr>
          <a:xfrm>
            <a:off x="304800" y="4267200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04-Feb</a:t>
            </a:r>
            <a:endParaRPr lang="en-US" sz="1200" dirty="0"/>
          </a:p>
        </p:txBody>
      </p:sp>
      <p:sp>
        <p:nvSpPr>
          <p:cNvPr id="874" name="Text 139">
            <a:extLst>
              <a:ext uri="{FF2B5EF4-FFF2-40B4-BE49-F238E27FC236}">
                <a16:creationId xmlns:a16="http://schemas.microsoft.com/office/drawing/2014/main" id="{6AC61DF9-1D43-0A59-5365-FE249809AE3D}"/>
              </a:ext>
            </a:extLst>
          </p:cNvPr>
          <p:cNvSpPr/>
          <p:nvPr/>
        </p:nvSpPr>
        <p:spPr>
          <a:xfrm>
            <a:off x="1219200" y="4267200"/>
            <a:ext cx="67056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200" dirty="0"/>
          </a:p>
        </p:txBody>
      </p:sp>
      <p:sp>
        <p:nvSpPr>
          <p:cNvPr id="875" name="Text 140">
            <a:extLst>
              <a:ext uri="{FF2B5EF4-FFF2-40B4-BE49-F238E27FC236}">
                <a16:creationId xmlns:a16="http://schemas.microsoft.com/office/drawing/2014/main" id="{88D368BB-8CB2-F11A-35D2-0D1F9D27C0AB}"/>
              </a:ext>
            </a:extLst>
          </p:cNvPr>
          <p:cNvSpPr/>
          <p:nvPr/>
        </p:nvSpPr>
        <p:spPr>
          <a:xfrm>
            <a:off x="1889760" y="4267200"/>
            <a:ext cx="2804160" cy="280416"/>
          </a:xfrm>
          <a:prstGeom prst="rect">
            <a:avLst/>
          </a:prstGeom>
          <a:noFill/>
          <a:ln/>
        </p:spPr>
        <p:txBody>
          <a:bodyPr wrap="square" lIns="0" tIns="67733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Ramesh Shakriya</a:t>
            </a:r>
            <a:endParaRPr lang="en-US" sz="1200" dirty="0"/>
          </a:p>
        </p:txBody>
      </p:sp>
      <p:sp>
        <p:nvSpPr>
          <p:cNvPr id="876" name="Text 141">
            <a:extLst>
              <a:ext uri="{FF2B5EF4-FFF2-40B4-BE49-F238E27FC236}">
                <a16:creationId xmlns:a16="http://schemas.microsoft.com/office/drawing/2014/main" id="{BB3E7BAB-DDCB-45F6-DEF0-49CBACEA3FC4}"/>
              </a:ext>
            </a:extLst>
          </p:cNvPr>
          <p:cNvSpPr/>
          <p:nvPr/>
        </p:nvSpPr>
        <p:spPr>
          <a:xfrm>
            <a:off x="4693920" y="4267200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877" name="Text 142">
            <a:extLst>
              <a:ext uri="{FF2B5EF4-FFF2-40B4-BE49-F238E27FC236}">
                <a16:creationId xmlns:a16="http://schemas.microsoft.com/office/drawing/2014/main" id="{E6837E69-BD8C-5548-D7D3-B9A00786B490}"/>
              </a:ext>
            </a:extLst>
          </p:cNvPr>
          <p:cNvSpPr/>
          <p:nvPr/>
        </p:nvSpPr>
        <p:spPr>
          <a:xfrm>
            <a:off x="5608320" y="4267200"/>
            <a:ext cx="10972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370</a:t>
            </a:r>
            <a:endParaRPr lang="en-US" sz="1200" dirty="0"/>
          </a:p>
        </p:txBody>
      </p:sp>
      <p:sp>
        <p:nvSpPr>
          <p:cNvPr id="878" name="Text 143">
            <a:extLst>
              <a:ext uri="{FF2B5EF4-FFF2-40B4-BE49-F238E27FC236}">
                <a16:creationId xmlns:a16="http://schemas.microsoft.com/office/drawing/2014/main" id="{115769D3-5242-CE22-5332-11073C947F0D}"/>
              </a:ext>
            </a:extLst>
          </p:cNvPr>
          <p:cNvSpPr/>
          <p:nvPr/>
        </p:nvSpPr>
        <p:spPr>
          <a:xfrm>
            <a:off x="6705600" y="4267200"/>
            <a:ext cx="7924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218</a:t>
            </a:r>
            <a:endParaRPr lang="en-US" sz="1200" dirty="0"/>
          </a:p>
        </p:txBody>
      </p:sp>
      <p:sp>
        <p:nvSpPr>
          <p:cNvPr id="879" name="Text 144">
            <a:extLst>
              <a:ext uri="{FF2B5EF4-FFF2-40B4-BE49-F238E27FC236}">
                <a16:creationId xmlns:a16="http://schemas.microsoft.com/office/drawing/2014/main" id="{07308160-54D1-14B0-7C55-F41D3F191CD3}"/>
              </a:ext>
            </a:extLst>
          </p:cNvPr>
          <p:cNvSpPr/>
          <p:nvPr/>
        </p:nvSpPr>
        <p:spPr>
          <a:xfrm>
            <a:off x="7498080" y="4267200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210</a:t>
            </a:r>
            <a:endParaRPr lang="en-US" sz="1200" dirty="0"/>
          </a:p>
        </p:txBody>
      </p:sp>
      <p:sp>
        <p:nvSpPr>
          <p:cNvPr id="880" name="Text 145">
            <a:extLst>
              <a:ext uri="{FF2B5EF4-FFF2-40B4-BE49-F238E27FC236}">
                <a16:creationId xmlns:a16="http://schemas.microsoft.com/office/drawing/2014/main" id="{0C9B1CAE-AD56-BAA0-BC97-6FE88888C764}"/>
              </a:ext>
            </a:extLst>
          </p:cNvPr>
          <p:cNvSpPr/>
          <p:nvPr/>
        </p:nvSpPr>
        <p:spPr>
          <a:xfrm>
            <a:off x="8412480" y="4267200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200" dirty="0"/>
          </a:p>
        </p:txBody>
      </p:sp>
      <p:sp>
        <p:nvSpPr>
          <p:cNvPr id="881" name="Text 146">
            <a:extLst>
              <a:ext uri="{FF2B5EF4-FFF2-40B4-BE49-F238E27FC236}">
                <a16:creationId xmlns:a16="http://schemas.microsoft.com/office/drawing/2014/main" id="{6DC3B5C8-305E-4A3C-84A3-B78350256FCC}"/>
              </a:ext>
            </a:extLst>
          </p:cNvPr>
          <p:cNvSpPr/>
          <p:nvPr/>
        </p:nvSpPr>
        <p:spPr>
          <a:xfrm>
            <a:off x="9326880" y="4267200"/>
            <a:ext cx="103632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882" name="Shape 147">
            <a:extLst>
              <a:ext uri="{FF2B5EF4-FFF2-40B4-BE49-F238E27FC236}">
                <a16:creationId xmlns:a16="http://schemas.microsoft.com/office/drawing/2014/main" id="{CC60A047-98C4-1E07-EDDB-35B049631224}"/>
              </a:ext>
            </a:extLst>
          </p:cNvPr>
          <p:cNvSpPr/>
          <p:nvPr/>
        </p:nvSpPr>
        <p:spPr>
          <a:xfrm>
            <a:off x="304800" y="4547616"/>
            <a:ext cx="10058400" cy="0"/>
          </a:xfrm>
          <a:prstGeom prst="line">
            <a:avLst/>
          </a:prstGeom>
          <a:noFill/>
          <a:ln w="6350">
            <a:solidFill>
              <a:srgbClr val="1F3550"/>
            </a:solidFill>
            <a:prstDash val="solid"/>
          </a:ln>
        </p:spPr>
      </p:sp>
      <p:sp>
        <p:nvSpPr>
          <p:cNvPr id="883" name="Shape 148">
            <a:extLst>
              <a:ext uri="{FF2B5EF4-FFF2-40B4-BE49-F238E27FC236}">
                <a16:creationId xmlns:a16="http://schemas.microsoft.com/office/drawing/2014/main" id="{372E2E5A-73C3-4EA2-4CA9-B6953ED89A79}"/>
              </a:ext>
            </a:extLst>
          </p:cNvPr>
          <p:cNvSpPr/>
          <p:nvPr/>
        </p:nvSpPr>
        <p:spPr>
          <a:xfrm>
            <a:off x="304800" y="4547616"/>
            <a:ext cx="10058400" cy="2804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82739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884" name="Shape 149">
            <a:extLst>
              <a:ext uri="{FF2B5EF4-FFF2-40B4-BE49-F238E27FC236}">
                <a16:creationId xmlns:a16="http://schemas.microsoft.com/office/drawing/2014/main" id="{FB5CA212-6D2D-85C1-AF76-59692ADCE25D}"/>
              </a:ext>
            </a:extLst>
          </p:cNvPr>
          <p:cNvSpPr/>
          <p:nvPr/>
        </p:nvSpPr>
        <p:spPr>
          <a:xfrm>
            <a:off x="304800" y="4547616"/>
            <a:ext cx="48768" cy="280416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</p:sp>
      <p:sp>
        <p:nvSpPr>
          <p:cNvPr id="885" name="Text 150">
            <a:extLst>
              <a:ext uri="{FF2B5EF4-FFF2-40B4-BE49-F238E27FC236}">
                <a16:creationId xmlns:a16="http://schemas.microsoft.com/office/drawing/2014/main" id="{E8CA8A6D-84B8-2CBF-DBE5-985A9A56C1EC}"/>
              </a:ext>
            </a:extLst>
          </p:cNvPr>
          <p:cNvSpPr/>
          <p:nvPr/>
        </p:nvSpPr>
        <p:spPr>
          <a:xfrm>
            <a:off x="304800" y="4547616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24-Feb</a:t>
            </a:r>
            <a:endParaRPr lang="en-US" sz="1200" dirty="0"/>
          </a:p>
        </p:txBody>
      </p:sp>
      <p:sp>
        <p:nvSpPr>
          <p:cNvPr id="886" name="Text 151">
            <a:extLst>
              <a:ext uri="{FF2B5EF4-FFF2-40B4-BE49-F238E27FC236}">
                <a16:creationId xmlns:a16="http://schemas.microsoft.com/office/drawing/2014/main" id="{E06AF422-BCF7-0AF2-1853-FFC56BD531FA}"/>
              </a:ext>
            </a:extLst>
          </p:cNvPr>
          <p:cNvSpPr/>
          <p:nvPr/>
        </p:nvSpPr>
        <p:spPr>
          <a:xfrm>
            <a:off x="1219200" y="4547616"/>
            <a:ext cx="67056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887" name="Text 152">
            <a:extLst>
              <a:ext uri="{FF2B5EF4-FFF2-40B4-BE49-F238E27FC236}">
                <a16:creationId xmlns:a16="http://schemas.microsoft.com/office/drawing/2014/main" id="{099DAAEC-8CC5-3A3B-D154-11AA3266E305}"/>
              </a:ext>
            </a:extLst>
          </p:cNvPr>
          <p:cNvSpPr/>
          <p:nvPr/>
        </p:nvSpPr>
        <p:spPr>
          <a:xfrm>
            <a:off x="1889760" y="4547616"/>
            <a:ext cx="2804160" cy="280416"/>
          </a:xfrm>
          <a:prstGeom prst="rect">
            <a:avLst/>
          </a:prstGeom>
          <a:noFill/>
          <a:ln/>
        </p:spPr>
        <p:txBody>
          <a:bodyPr wrap="square" lIns="0" tIns="67733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Anand P</a:t>
            </a:r>
            <a:endParaRPr lang="en-US" sz="1200" dirty="0"/>
          </a:p>
        </p:txBody>
      </p:sp>
      <p:sp>
        <p:nvSpPr>
          <p:cNvPr id="888" name="Text 153">
            <a:extLst>
              <a:ext uri="{FF2B5EF4-FFF2-40B4-BE49-F238E27FC236}">
                <a16:creationId xmlns:a16="http://schemas.microsoft.com/office/drawing/2014/main" id="{DC2B295D-1007-6B04-3477-0CE06C3A787F}"/>
              </a:ext>
            </a:extLst>
          </p:cNvPr>
          <p:cNvSpPr/>
          <p:nvPr/>
        </p:nvSpPr>
        <p:spPr>
          <a:xfrm>
            <a:off x="4693920" y="4547616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889" name="Text 154">
            <a:extLst>
              <a:ext uri="{FF2B5EF4-FFF2-40B4-BE49-F238E27FC236}">
                <a16:creationId xmlns:a16="http://schemas.microsoft.com/office/drawing/2014/main" id="{4A5DF439-0422-515E-481F-1E8DA550E075}"/>
              </a:ext>
            </a:extLst>
          </p:cNvPr>
          <p:cNvSpPr/>
          <p:nvPr/>
        </p:nvSpPr>
        <p:spPr>
          <a:xfrm>
            <a:off x="5608320" y="4547616"/>
            <a:ext cx="10972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380</a:t>
            </a:r>
            <a:endParaRPr lang="en-US" sz="1200" dirty="0"/>
          </a:p>
        </p:txBody>
      </p:sp>
      <p:sp>
        <p:nvSpPr>
          <p:cNvPr id="890" name="Text 155">
            <a:extLst>
              <a:ext uri="{FF2B5EF4-FFF2-40B4-BE49-F238E27FC236}">
                <a16:creationId xmlns:a16="http://schemas.microsoft.com/office/drawing/2014/main" id="{DFCA8A5F-A78D-B3AF-56AB-19BAD0F2301F}"/>
              </a:ext>
            </a:extLst>
          </p:cNvPr>
          <p:cNvSpPr/>
          <p:nvPr/>
        </p:nvSpPr>
        <p:spPr>
          <a:xfrm>
            <a:off x="6705600" y="4547616"/>
            <a:ext cx="7924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238</a:t>
            </a:r>
            <a:endParaRPr lang="en-US" sz="1200" dirty="0"/>
          </a:p>
        </p:txBody>
      </p:sp>
      <p:sp>
        <p:nvSpPr>
          <p:cNvPr id="891" name="Text 156">
            <a:extLst>
              <a:ext uri="{FF2B5EF4-FFF2-40B4-BE49-F238E27FC236}">
                <a16:creationId xmlns:a16="http://schemas.microsoft.com/office/drawing/2014/main" id="{72D53082-E2A4-079F-7867-DA136D4B22E5}"/>
              </a:ext>
            </a:extLst>
          </p:cNvPr>
          <p:cNvSpPr/>
          <p:nvPr/>
        </p:nvSpPr>
        <p:spPr>
          <a:xfrm>
            <a:off x="7498080" y="4547616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213</a:t>
            </a:r>
            <a:endParaRPr lang="en-US" sz="1200" dirty="0"/>
          </a:p>
        </p:txBody>
      </p:sp>
      <p:sp>
        <p:nvSpPr>
          <p:cNvPr id="892" name="Text 157">
            <a:extLst>
              <a:ext uri="{FF2B5EF4-FFF2-40B4-BE49-F238E27FC236}">
                <a16:creationId xmlns:a16="http://schemas.microsoft.com/office/drawing/2014/main" id="{27952F22-0AB6-A51D-CC78-096A497AE084}"/>
              </a:ext>
            </a:extLst>
          </p:cNvPr>
          <p:cNvSpPr/>
          <p:nvPr/>
        </p:nvSpPr>
        <p:spPr>
          <a:xfrm>
            <a:off x="8412480" y="4547616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893" name="Text 158">
            <a:extLst>
              <a:ext uri="{FF2B5EF4-FFF2-40B4-BE49-F238E27FC236}">
                <a16:creationId xmlns:a16="http://schemas.microsoft.com/office/drawing/2014/main" id="{E0E1EF21-0766-BF20-9186-2540E6D8C913}"/>
              </a:ext>
            </a:extLst>
          </p:cNvPr>
          <p:cNvSpPr/>
          <p:nvPr/>
        </p:nvSpPr>
        <p:spPr>
          <a:xfrm>
            <a:off x="9326880" y="4547616"/>
            <a:ext cx="103632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sp>
        <p:nvSpPr>
          <p:cNvPr id="894" name="Shape 159">
            <a:extLst>
              <a:ext uri="{FF2B5EF4-FFF2-40B4-BE49-F238E27FC236}">
                <a16:creationId xmlns:a16="http://schemas.microsoft.com/office/drawing/2014/main" id="{D3ED9726-D972-A4E8-3B5C-B17104CF0905}"/>
              </a:ext>
            </a:extLst>
          </p:cNvPr>
          <p:cNvSpPr/>
          <p:nvPr/>
        </p:nvSpPr>
        <p:spPr>
          <a:xfrm>
            <a:off x="304800" y="4828032"/>
            <a:ext cx="10058400" cy="0"/>
          </a:xfrm>
          <a:prstGeom prst="line">
            <a:avLst/>
          </a:prstGeom>
          <a:noFill/>
          <a:ln w="6350">
            <a:solidFill>
              <a:srgbClr val="1F3550"/>
            </a:solidFill>
            <a:prstDash val="solid"/>
          </a:ln>
        </p:spPr>
      </p:sp>
      <p:sp>
        <p:nvSpPr>
          <p:cNvPr id="895" name="Shape 160">
            <a:extLst>
              <a:ext uri="{FF2B5EF4-FFF2-40B4-BE49-F238E27FC236}">
                <a16:creationId xmlns:a16="http://schemas.microsoft.com/office/drawing/2014/main" id="{E5D0DD00-5FBD-BA6C-288E-65B929467E3D}"/>
              </a:ext>
            </a:extLst>
          </p:cNvPr>
          <p:cNvSpPr/>
          <p:nvPr/>
        </p:nvSpPr>
        <p:spPr>
          <a:xfrm>
            <a:off x="304800" y="4828032"/>
            <a:ext cx="10058400" cy="2804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121E2B"/>
            </a:solidFill>
            <a:prstDash val="solid"/>
          </a:ln>
        </p:spPr>
      </p:sp>
      <p:sp>
        <p:nvSpPr>
          <p:cNvPr id="896" name="Shape 161">
            <a:extLst>
              <a:ext uri="{FF2B5EF4-FFF2-40B4-BE49-F238E27FC236}">
                <a16:creationId xmlns:a16="http://schemas.microsoft.com/office/drawing/2014/main" id="{A7236E46-044D-8B4A-52BA-FD7131110B64}"/>
              </a:ext>
            </a:extLst>
          </p:cNvPr>
          <p:cNvSpPr/>
          <p:nvPr/>
        </p:nvSpPr>
        <p:spPr>
          <a:xfrm>
            <a:off x="304800" y="4828032"/>
            <a:ext cx="48768" cy="280416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</p:sp>
      <p:sp>
        <p:nvSpPr>
          <p:cNvPr id="897" name="Text 162">
            <a:extLst>
              <a:ext uri="{FF2B5EF4-FFF2-40B4-BE49-F238E27FC236}">
                <a16:creationId xmlns:a16="http://schemas.microsoft.com/office/drawing/2014/main" id="{7C4CAFCF-5692-94AC-1F94-EB582466FA38}"/>
              </a:ext>
            </a:extLst>
          </p:cNvPr>
          <p:cNvSpPr/>
          <p:nvPr/>
        </p:nvSpPr>
        <p:spPr>
          <a:xfrm>
            <a:off x="304800" y="4828032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13-Feb</a:t>
            </a:r>
            <a:endParaRPr lang="en-US" sz="1200" dirty="0"/>
          </a:p>
        </p:txBody>
      </p:sp>
      <p:sp>
        <p:nvSpPr>
          <p:cNvPr id="898" name="Text 163">
            <a:extLst>
              <a:ext uri="{FF2B5EF4-FFF2-40B4-BE49-F238E27FC236}">
                <a16:creationId xmlns:a16="http://schemas.microsoft.com/office/drawing/2014/main" id="{B7D6F3BF-5C69-CB21-E93C-60AAE61B1654}"/>
              </a:ext>
            </a:extLst>
          </p:cNvPr>
          <p:cNvSpPr/>
          <p:nvPr/>
        </p:nvSpPr>
        <p:spPr>
          <a:xfrm>
            <a:off x="1219200" y="4828032"/>
            <a:ext cx="67056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899" name="Text 164">
            <a:extLst>
              <a:ext uri="{FF2B5EF4-FFF2-40B4-BE49-F238E27FC236}">
                <a16:creationId xmlns:a16="http://schemas.microsoft.com/office/drawing/2014/main" id="{232F2CB2-513B-2297-E2BC-C5D0E253464C}"/>
              </a:ext>
            </a:extLst>
          </p:cNvPr>
          <p:cNvSpPr/>
          <p:nvPr/>
        </p:nvSpPr>
        <p:spPr>
          <a:xfrm>
            <a:off x="1889760" y="4828032"/>
            <a:ext cx="2804160" cy="280416"/>
          </a:xfrm>
          <a:prstGeom prst="rect">
            <a:avLst/>
          </a:prstGeom>
          <a:noFill/>
          <a:ln/>
        </p:spPr>
        <p:txBody>
          <a:bodyPr wrap="square" lIns="0" tIns="67733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Pravin Baraiya</a:t>
            </a:r>
            <a:endParaRPr lang="en-US" sz="1200" dirty="0"/>
          </a:p>
        </p:txBody>
      </p:sp>
      <p:sp>
        <p:nvSpPr>
          <p:cNvPr id="900" name="Text 165">
            <a:extLst>
              <a:ext uri="{FF2B5EF4-FFF2-40B4-BE49-F238E27FC236}">
                <a16:creationId xmlns:a16="http://schemas.microsoft.com/office/drawing/2014/main" id="{C86B77C5-0DBE-86EC-C078-70FAAB35A5D3}"/>
              </a:ext>
            </a:extLst>
          </p:cNvPr>
          <p:cNvSpPr/>
          <p:nvPr/>
        </p:nvSpPr>
        <p:spPr>
          <a:xfrm>
            <a:off x="4693920" y="4828032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901" name="Text 166">
            <a:extLst>
              <a:ext uri="{FF2B5EF4-FFF2-40B4-BE49-F238E27FC236}">
                <a16:creationId xmlns:a16="http://schemas.microsoft.com/office/drawing/2014/main" id="{29423B65-83CE-90D8-19FD-89ADE63F5C63}"/>
              </a:ext>
            </a:extLst>
          </p:cNvPr>
          <p:cNvSpPr/>
          <p:nvPr/>
        </p:nvSpPr>
        <p:spPr>
          <a:xfrm>
            <a:off x="5608320" y="4828032"/>
            <a:ext cx="10972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1200" dirty="0"/>
          </a:p>
        </p:txBody>
      </p:sp>
      <p:sp>
        <p:nvSpPr>
          <p:cNvPr id="902" name="Text 167">
            <a:extLst>
              <a:ext uri="{FF2B5EF4-FFF2-40B4-BE49-F238E27FC236}">
                <a16:creationId xmlns:a16="http://schemas.microsoft.com/office/drawing/2014/main" id="{EC7B2D8D-1C10-BB1E-0E42-2AC8F0B7F84F}"/>
              </a:ext>
            </a:extLst>
          </p:cNvPr>
          <p:cNvSpPr/>
          <p:nvPr/>
        </p:nvSpPr>
        <p:spPr>
          <a:xfrm>
            <a:off x="6705600" y="4828032"/>
            <a:ext cx="7924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249</a:t>
            </a:r>
            <a:endParaRPr lang="en-US" sz="1200" dirty="0"/>
          </a:p>
        </p:txBody>
      </p:sp>
      <p:sp>
        <p:nvSpPr>
          <p:cNvPr id="903" name="Text 168">
            <a:extLst>
              <a:ext uri="{FF2B5EF4-FFF2-40B4-BE49-F238E27FC236}">
                <a16:creationId xmlns:a16="http://schemas.microsoft.com/office/drawing/2014/main" id="{D0758452-5A20-D751-AB8B-15AD2DDA727A}"/>
              </a:ext>
            </a:extLst>
          </p:cNvPr>
          <p:cNvSpPr/>
          <p:nvPr/>
        </p:nvSpPr>
        <p:spPr>
          <a:xfrm>
            <a:off x="7498080" y="4828032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232</a:t>
            </a:r>
            <a:endParaRPr lang="en-US" sz="1200" dirty="0"/>
          </a:p>
        </p:txBody>
      </p:sp>
      <p:sp>
        <p:nvSpPr>
          <p:cNvPr id="904" name="Text 169">
            <a:extLst>
              <a:ext uri="{FF2B5EF4-FFF2-40B4-BE49-F238E27FC236}">
                <a16:creationId xmlns:a16="http://schemas.microsoft.com/office/drawing/2014/main" id="{F4C5E4B6-257C-D111-9974-9CC898956AD1}"/>
              </a:ext>
            </a:extLst>
          </p:cNvPr>
          <p:cNvSpPr/>
          <p:nvPr/>
        </p:nvSpPr>
        <p:spPr>
          <a:xfrm>
            <a:off x="8412480" y="4828032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905" name="Text 170">
            <a:extLst>
              <a:ext uri="{FF2B5EF4-FFF2-40B4-BE49-F238E27FC236}">
                <a16:creationId xmlns:a16="http://schemas.microsoft.com/office/drawing/2014/main" id="{A7C6E4B9-212E-AF38-9CB6-605CE4721759}"/>
              </a:ext>
            </a:extLst>
          </p:cNvPr>
          <p:cNvSpPr/>
          <p:nvPr/>
        </p:nvSpPr>
        <p:spPr>
          <a:xfrm>
            <a:off x="9326880" y="4828032"/>
            <a:ext cx="103632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906" name="Shape 171">
            <a:extLst>
              <a:ext uri="{FF2B5EF4-FFF2-40B4-BE49-F238E27FC236}">
                <a16:creationId xmlns:a16="http://schemas.microsoft.com/office/drawing/2014/main" id="{B3E61871-3E39-BF81-14E9-8577BE836851}"/>
              </a:ext>
            </a:extLst>
          </p:cNvPr>
          <p:cNvSpPr/>
          <p:nvPr/>
        </p:nvSpPr>
        <p:spPr>
          <a:xfrm>
            <a:off x="304800" y="5108448"/>
            <a:ext cx="10058400" cy="0"/>
          </a:xfrm>
          <a:prstGeom prst="line">
            <a:avLst/>
          </a:prstGeom>
          <a:noFill/>
          <a:ln w="6350">
            <a:solidFill>
              <a:srgbClr val="1F3550"/>
            </a:solidFill>
            <a:prstDash val="solid"/>
          </a:ln>
        </p:spPr>
      </p:sp>
      <p:sp>
        <p:nvSpPr>
          <p:cNvPr id="907" name="Shape 172">
            <a:extLst>
              <a:ext uri="{FF2B5EF4-FFF2-40B4-BE49-F238E27FC236}">
                <a16:creationId xmlns:a16="http://schemas.microsoft.com/office/drawing/2014/main" id="{3B56E8A3-F889-F5FA-D80C-D9DAABEC5AD0}"/>
              </a:ext>
            </a:extLst>
          </p:cNvPr>
          <p:cNvSpPr/>
          <p:nvPr/>
        </p:nvSpPr>
        <p:spPr>
          <a:xfrm>
            <a:off x="304800" y="5108448"/>
            <a:ext cx="10058400" cy="2804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82739"/>
            </a:solidFill>
            <a:prstDash val="solid"/>
          </a:ln>
        </p:spPr>
      </p:sp>
      <p:sp>
        <p:nvSpPr>
          <p:cNvPr id="908" name="Shape 173">
            <a:extLst>
              <a:ext uri="{FF2B5EF4-FFF2-40B4-BE49-F238E27FC236}">
                <a16:creationId xmlns:a16="http://schemas.microsoft.com/office/drawing/2014/main" id="{1C540799-AEA5-79CE-8108-0620D235AD8F}"/>
              </a:ext>
            </a:extLst>
          </p:cNvPr>
          <p:cNvSpPr/>
          <p:nvPr/>
        </p:nvSpPr>
        <p:spPr>
          <a:xfrm>
            <a:off x="304800" y="5108448"/>
            <a:ext cx="48768" cy="280416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</p:sp>
      <p:sp>
        <p:nvSpPr>
          <p:cNvPr id="909" name="Text 174">
            <a:extLst>
              <a:ext uri="{FF2B5EF4-FFF2-40B4-BE49-F238E27FC236}">
                <a16:creationId xmlns:a16="http://schemas.microsoft.com/office/drawing/2014/main" id="{D0CBFAD4-B6B5-6161-B629-FF891C6EEF42}"/>
              </a:ext>
            </a:extLst>
          </p:cNvPr>
          <p:cNvSpPr/>
          <p:nvPr/>
        </p:nvSpPr>
        <p:spPr>
          <a:xfrm>
            <a:off x="304800" y="5108448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13-Feb</a:t>
            </a:r>
            <a:endParaRPr lang="en-US" sz="1200" dirty="0"/>
          </a:p>
        </p:txBody>
      </p:sp>
      <p:sp>
        <p:nvSpPr>
          <p:cNvPr id="910" name="Text 175">
            <a:extLst>
              <a:ext uri="{FF2B5EF4-FFF2-40B4-BE49-F238E27FC236}">
                <a16:creationId xmlns:a16="http://schemas.microsoft.com/office/drawing/2014/main" id="{1F48D093-46BE-A4E5-42DE-469EFB64382A}"/>
              </a:ext>
            </a:extLst>
          </p:cNvPr>
          <p:cNvSpPr/>
          <p:nvPr/>
        </p:nvSpPr>
        <p:spPr>
          <a:xfrm>
            <a:off x="1219200" y="5108448"/>
            <a:ext cx="67056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200" dirty="0"/>
          </a:p>
        </p:txBody>
      </p:sp>
      <p:sp>
        <p:nvSpPr>
          <p:cNvPr id="911" name="Text 176">
            <a:extLst>
              <a:ext uri="{FF2B5EF4-FFF2-40B4-BE49-F238E27FC236}">
                <a16:creationId xmlns:a16="http://schemas.microsoft.com/office/drawing/2014/main" id="{2B17A7A9-6267-CA46-975B-47E43F4998E4}"/>
              </a:ext>
            </a:extLst>
          </p:cNvPr>
          <p:cNvSpPr/>
          <p:nvPr/>
        </p:nvSpPr>
        <p:spPr>
          <a:xfrm>
            <a:off x="1889760" y="5108448"/>
            <a:ext cx="2804160" cy="280416"/>
          </a:xfrm>
          <a:prstGeom prst="rect">
            <a:avLst/>
          </a:prstGeom>
          <a:noFill/>
          <a:ln/>
        </p:spPr>
        <p:txBody>
          <a:bodyPr wrap="square" lIns="0" tIns="67733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Rutvik</a:t>
            </a:r>
            <a:endParaRPr lang="en-US" sz="1200" dirty="0"/>
          </a:p>
        </p:txBody>
      </p:sp>
      <p:sp>
        <p:nvSpPr>
          <p:cNvPr id="912" name="Text 177">
            <a:extLst>
              <a:ext uri="{FF2B5EF4-FFF2-40B4-BE49-F238E27FC236}">
                <a16:creationId xmlns:a16="http://schemas.microsoft.com/office/drawing/2014/main" id="{561BCE2C-7161-1827-4435-65EA2F0A8E94}"/>
              </a:ext>
            </a:extLst>
          </p:cNvPr>
          <p:cNvSpPr/>
          <p:nvPr/>
        </p:nvSpPr>
        <p:spPr>
          <a:xfrm>
            <a:off x="4693920" y="5108448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913" name="Text 178">
            <a:extLst>
              <a:ext uri="{FF2B5EF4-FFF2-40B4-BE49-F238E27FC236}">
                <a16:creationId xmlns:a16="http://schemas.microsoft.com/office/drawing/2014/main" id="{1ED1E09E-B9E7-F60F-8885-9709C9BEF867}"/>
              </a:ext>
            </a:extLst>
          </p:cNvPr>
          <p:cNvSpPr/>
          <p:nvPr/>
        </p:nvSpPr>
        <p:spPr>
          <a:xfrm>
            <a:off x="5608320" y="5108448"/>
            <a:ext cx="10972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1200" dirty="0"/>
          </a:p>
        </p:txBody>
      </p:sp>
      <p:sp>
        <p:nvSpPr>
          <p:cNvPr id="914" name="Text 179">
            <a:extLst>
              <a:ext uri="{FF2B5EF4-FFF2-40B4-BE49-F238E27FC236}">
                <a16:creationId xmlns:a16="http://schemas.microsoft.com/office/drawing/2014/main" id="{FBBDD849-D4B3-7428-0F19-4D4807B4557A}"/>
              </a:ext>
            </a:extLst>
          </p:cNvPr>
          <p:cNvSpPr/>
          <p:nvPr/>
        </p:nvSpPr>
        <p:spPr>
          <a:xfrm>
            <a:off x="6705600" y="5108448"/>
            <a:ext cx="7924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278</a:t>
            </a:r>
            <a:endParaRPr lang="en-US" sz="1200" dirty="0"/>
          </a:p>
        </p:txBody>
      </p:sp>
      <p:sp>
        <p:nvSpPr>
          <p:cNvPr id="915" name="Text 180">
            <a:extLst>
              <a:ext uri="{FF2B5EF4-FFF2-40B4-BE49-F238E27FC236}">
                <a16:creationId xmlns:a16="http://schemas.microsoft.com/office/drawing/2014/main" id="{2318EAA2-A41D-8F8C-C660-388B86012518}"/>
              </a:ext>
            </a:extLst>
          </p:cNvPr>
          <p:cNvSpPr/>
          <p:nvPr/>
        </p:nvSpPr>
        <p:spPr>
          <a:xfrm>
            <a:off x="7498080" y="5108448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277</a:t>
            </a:r>
            <a:endParaRPr lang="en-US" sz="1200" dirty="0"/>
          </a:p>
        </p:txBody>
      </p:sp>
      <p:sp>
        <p:nvSpPr>
          <p:cNvPr id="916" name="Text 181">
            <a:extLst>
              <a:ext uri="{FF2B5EF4-FFF2-40B4-BE49-F238E27FC236}">
                <a16:creationId xmlns:a16="http://schemas.microsoft.com/office/drawing/2014/main" id="{F1F16C2B-F7F9-D176-3B41-EC212E44D67D}"/>
              </a:ext>
            </a:extLst>
          </p:cNvPr>
          <p:cNvSpPr/>
          <p:nvPr/>
        </p:nvSpPr>
        <p:spPr>
          <a:xfrm>
            <a:off x="8412480" y="5108448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917" name="Text 182">
            <a:extLst>
              <a:ext uri="{FF2B5EF4-FFF2-40B4-BE49-F238E27FC236}">
                <a16:creationId xmlns:a16="http://schemas.microsoft.com/office/drawing/2014/main" id="{95272A27-EE08-2AD2-821D-187E6700CC11}"/>
              </a:ext>
            </a:extLst>
          </p:cNvPr>
          <p:cNvSpPr/>
          <p:nvPr/>
        </p:nvSpPr>
        <p:spPr>
          <a:xfrm>
            <a:off x="9326880" y="5108448"/>
            <a:ext cx="103632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918" name="Shape 183">
            <a:extLst>
              <a:ext uri="{FF2B5EF4-FFF2-40B4-BE49-F238E27FC236}">
                <a16:creationId xmlns:a16="http://schemas.microsoft.com/office/drawing/2014/main" id="{57FCA4CA-7550-3EB0-D04E-D1CED13A48CA}"/>
              </a:ext>
            </a:extLst>
          </p:cNvPr>
          <p:cNvSpPr/>
          <p:nvPr/>
        </p:nvSpPr>
        <p:spPr>
          <a:xfrm>
            <a:off x="304800" y="5388864"/>
            <a:ext cx="10058400" cy="0"/>
          </a:xfrm>
          <a:prstGeom prst="line">
            <a:avLst/>
          </a:prstGeom>
          <a:noFill/>
          <a:ln w="6350">
            <a:solidFill>
              <a:srgbClr val="1F3550"/>
            </a:solidFill>
            <a:prstDash val="solid"/>
          </a:ln>
        </p:spPr>
      </p:sp>
      <p:sp>
        <p:nvSpPr>
          <p:cNvPr id="919" name="Shape 184">
            <a:extLst>
              <a:ext uri="{FF2B5EF4-FFF2-40B4-BE49-F238E27FC236}">
                <a16:creationId xmlns:a16="http://schemas.microsoft.com/office/drawing/2014/main" id="{499C84FB-F4E8-20EE-B2D3-2BC713FD2F0E}"/>
              </a:ext>
            </a:extLst>
          </p:cNvPr>
          <p:cNvSpPr/>
          <p:nvPr/>
        </p:nvSpPr>
        <p:spPr>
          <a:xfrm>
            <a:off x="304800" y="5388864"/>
            <a:ext cx="10058400" cy="2804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121E2B"/>
            </a:solidFill>
            <a:prstDash val="solid"/>
          </a:ln>
        </p:spPr>
      </p:sp>
      <p:sp>
        <p:nvSpPr>
          <p:cNvPr id="920" name="Shape 185">
            <a:extLst>
              <a:ext uri="{FF2B5EF4-FFF2-40B4-BE49-F238E27FC236}">
                <a16:creationId xmlns:a16="http://schemas.microsoft.com/office/drawing/2014/main" id="{A0EC7D18-626B-D427-346E-1FDAB6DA0EFF}"/>
              </a:ext>
            </a:extLst>
          </p:cNvPr>
          <p:cNvSpPr/>
          <p:nvPr/>
        </p:nvSpPr>
        <p:spPr>
          <a:xfrm>
            <a:off x="304800" y="5388864"/>
            <a:ext cx="48768" cy="280416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</p:sp>
      <p:sp>
        <p:nvSpPr>
          <p:cNvPr id="921" name="Text 186">
            <a:extLst>
              <a:ext uri="{FF2B5EF4-FFF2-40B4-BE49-F238E27FC236}">
                <a16:creationId xmlns:a16="http://schemas.microsoft.com/office/drawing/2014/main" id="{F60E41DD-C20E-CE3B-6D6A-146712BC462B}"/>
              </a:ext>
            </a:extLst>
          </p:cNvPr>
          <p:cNvSpPr/>
          <p:nvPr/>
        </p:nvSpPr>
        <p:spPr>
          <a:xfrm>
            <a:off x="304800" y="5388864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25-Feb</a:t>
            </a:r>
            <a:endParaRPr lang="en-US" sz="1200" dirty="0"/>
          </a:p>
        </p:txBody>
      </p:sp>
      <p:sp>
        <p:nvSpPr>
          <p:cNvPr id="922" name="Text 187">
            <a:extLst>
              <a:ext uri="{FF2B5EF4-FFF2-40B4-BE49-F238E27FC236}">
                <a16:creationId xmlns:a16="http://schemas.microsoft.com/office/drawing/2014/main" id="{736B2004-B6E5-72CB-6F42-753E6EFDD91A}"/>
              </a:ext>
            </a:extLst>
          </p:cNvPr>
          <p:cNvSpPr/>
          <p:nvPr/>
        </p:nvSpPr>
        <p:spPr>
          <a:xfrm>
            <a:off x="1219200" y="5388864"/>
            <a:ext cx="67056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923" name="Text 188">
            <a:extLst>
              <a:ext uri="{FF2B5EF4-FFF2-40B4-BE49-F238E27FC236}">
                <a16:creationId xmlns:a16="http://schemas.microsoft.com/office/drawing/2014/main" id="{F1566377-2659-17F4-59FE-48C4DA60743C}"/>
              </a:ext>
            </a:extLst>
          </p:cNvPr>
          <p:cNvSpPr/>
          <p:nvPr/>
        </p:nvSpPr>
        <p:spPr>
          <a:xfrm>
            <a:off x="1889760" y="5388864"/>
            <a:ext cx="2804160" cy="280416"/>
          </a:xfrm>
          <a:prstGeom prst="rect">
            <a:avLst/>
          </a:prstGeom>
          <a:noFill/>
          <a:ln/>
        </p:spPr>
        <p:txBody>
          <a:bodyPr wrap="square" lIns="0" tIns="67733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Amit Makampara</a:t>
            </a:r>
            <a:endParaRPr lang="en-US" sz="1200" dirty="0"/>
          </a:p>
        </p:txBody>
      </p:sp>
      <p:sp>
        <p:nvSpPr>
          <p:cNvPr id="924" name="Text 189">
            <a:extLst>
              <a:ext uri="{FF2B5EF4-FFF2-40B4-BE49-F238E27FC236}">
                <a16:creationId xmlns:a16="http://schemas.microsoft.com/office/drawing/2014/main" id="{446C7260-E237-53AD-3FD4-C0C56B17D934}"/>
              </a:ext>
            </a:extLst>
          </p:cNvPr>
          <p:cNvSpPr/>
          <p:nvPr/>
        </p:nvSpPr>
        <p:spPr>
          <a:xfrm>
            <a:off x="4693920" y="5388864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925" name="Text 190">
            <a:extLst>
              <a:ext uri="{FF2B5EF4-FFF2-40B4-BE49-F238E27FC236}">
                <a16:creationId xmlns:a16="http://schemas.microsoft.com/office/drawing/2014/main" id="{588B53C6-304A-F82B-8EE9-8BEA88B2B833}"/>
              </a:ext>
            </a:extLst>
          </p:cNvPr>
          <p:cNvSpPr/>
          <p:nvPr/>
        </p:nvSpPr>
        <p:spPr>
          <a:xfrm>
            <a:off x="5608320" y="5388864"/>
            <a:ext cx="10972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415</a:t>
            </a:r>
            <a:endParaRPr lang="en-US" sz="1200" dirty="0"/>
          </a:p>
        </p:txBody>
      </p:sp>
      <p:sp>
        <p:nvSpPr>
          <p:cNvPr id="926" name="Text 191">
            <a:extLst>
              <a:ext uri="{FF2B5EF4-FFF2-40B4-BE49-F238E27FC236}">
                <a16:creationId xmlns:a16="http://schemas.microsoft.com/office/drawing/2014/main" id="{83A145C7-8C32-C36D-E1DB-ADEC24A2B8BE}"/>
              </a:ext>
            </a:extLst>
          </p:cNvPr>
          <p:cNvSpPr/>
          <p:nvPr/>
        </p:nvSpPr>
        <p:spPr>
          <a:xfrm>
            <a:off x="6705600" y="5388864"/>
            <a:ext cx="7924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348</a:t>
            </a:r>
            <a:endParaRPr lang="en-US" sz="1200" dirty="0"/>
          </a:p>
        </p:txBody>
      </p:sp>
      <p:sp>
        <p:nvSpPr>
          <p:cNvPr id="927" name="Text 192">
            <a:extLst>
              <a:ext uri="{FF2B5EF4-FFF2-40B4-BE49-F238E27FC236}">
                <a16:creationId xmlns:a16="http://schemas.microsoft.com/office/drawing/2014/main" id="{5DCC9B5C-2CC4-A098-9522-D67EA38F3193}"/>
              </a:ext>
            </a:extLst>
          </p:cNvPr>
          <p:cNvSpPr/>
          <p:nvPr/>
        </p:nvSpPr>
        <p:spPr>
          <a:xfrm>
            <a:off x="7498080" y="5388864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338</a:t>
            </a:r>
            <a:endParaRPr lang="en-US" sz="1200" dirty="0"/>
          </a:p>
        </p:txBody>
      </p:sp>
      <p:sp>
        <p:nvSpPr>
          <p:cNvPr id="928" name="Text 193">
            <a:extLst>
              <a:ext uri="{FF2B5EF4-FFF2-40B4-BE49-F238E27FC236}">
                <a16:creationId xmlns:a16="http://schemas.microsoft.com/office/drawing/2014/main" id="{F4D46313-19A0-5482-EA27-73F5BB042A77}"/>
              </a:ext>
            </a:extLst>
          </p:cNvPr>
          <p:cNvSpPr/>
          <p:nvPr/>
        </p:nvSpPr>
        <p:spPr>
          <a:xfrm>
            <a:off x="8412480" y="5388864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200" dirty="0"/>
          </a:p>
        </p:txBody>
      </p:sp>
      <p:sp>
        <p:nvSpPr>
          <p:cNvPr id="929" name="Text 194">
            <a:extLst>
              <a:ext uri="{FF2B5EF4-FFF2-40B4-BE49-F238E27FC236}">
                <a16:creationId xmlns:a16="http://schemas.microsoft.com/office/drawing/2014/main" id="{40CE28BC-6C96-5DE8-5AF7-E12BC89859A4}"/>
              </a:ext>
            </a:extLst>
          </p:cNvPr>
          <p:cNvSpPr/>
          <p:nvPr/>
        </p:nvSpPr>
        <p:spPr>
          <a:xfrm>
            <a:off x="9326880" y="5388864"/>
            <a:ext cx="103632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930" name="Shape 195">
            <a:extLst>
              <a:ext uri="{FF2B5EF4-FFF2-40B4-BE49-F238E27FC236}">
                <a16:creationId xmlns:a16="http://schemas.microsoft.com/office/drawing/2014/main" id="{54BA7D33-AAEA-4BCC-91EC-2C9DD962C75E}"/>
              </a:ext>
            </a:extLst>
          </p:cNvPr>
          <p:cNvSpPr/>
          <p:nvPr/>
        </p:nvSpPr>
        <p:spPr>
          <a:xfrm>
            <a:off x="304800" y="5669280"/>
            <a:ext cx="10058400" cy="0"/>
          </a:xfrm>
          <a:prstGeom prst="line">
            <a:avLst/>
          </a:prstGeom>
          <a:noFill/>
          <a:ln w="6350">
            <a:solidFill>
              <a:srgbClr val="1F3550"/>
            </a:solidFill>
            <a:prstDash val="solid"/>
          </a:ln>
        </p:spPr>
      </p:sp>
      <p:sp>
        <p:nvSpPr>
          <p:cNvPr id="931" name="Shape 196">
            <a:extLst>
              <a:ext uri="{FF2B5EF4-FFF2-40B4-BE49-F238E27FC236}">
                <a16:creationId xmlns:a16="http://schemas.microsoft.com/office/drawing/2014/main" id="{36FCBBA3-9609-C64C-4468-E2D4AE3CE760}"/>
              </a:ext>
            </a:extLst>
          </p:cNvPr>
          <p:cNvSpPr/>
          <p:nvPr/>
        </p:nvSpPr>
        <p:spPr>
          <a:xfrm>
            <a:off x="304800" y="5669280"/>
            <a:ext cx="10058400" cy="2804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82739"/>
            </a:solidFill>
            <a:prstDash val="solid"/>
          </a:ln>
        </p:spPr>
      </p:sp>
      <p:sp>
        <p:nvSpPr>
          <p:cNvPr id="932" name="Shape 197">
            <a:extLst>
              <a:ext uri="{FF2B5EF4-FFF2-40B4-BE49-F238E27FC236}">
                <a16:creationId xmlns:a16="http://schemas.microsoft.com/office/drawing/2014/main" id="{787317D6-68D1-5862-B2AD-336DAE37AC08}"/>
              </a:ext>
            </a:extLst>
          </p:cNvPr>
          <p:cNvSpPr/>
          <p:nvPr/>
        </p:nvSpPr>
        <p:spPr>
          <a:xfrm>
            <a:off x="304800" y="5669280"/>
            <a:ext cx="48768" cy="280416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</p:sp>
      <p:sp>
        <p:nvSpPr>
          <p:cNvPr id="933" name="Text 198">
            <a:extLst>
              <a:ext uri="{FF2B5EF4-FFF2-40B4-BE49-F238E27FC236}">
                <a16:creationId xmlns:a16="http://schemas.microsoft.com/office/drawing/2014/main" id="{9BBAC598-A1EC-3632-1D79-34EC251FC89A}"/>
              </a:ext>
            </a:extLst>
          </p:cNvPr>
          <p:cNvSpPr/>
          <p:nvPr/>
        </p:nvSpPr>
        <p:spPr>
          <a:xfrm>
            <a:off x="304800" y="5669280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06-Feb</a:t>
            </a:r>
            <a:endParaRPr lang="en-US" sz="1200" dirty="0"/>
          </a:p>
        </p:txBody>
      </p:sp>
      <p:sp>
        <p:nvSpPr>
          <p:cNvPr id="934" name="Text 199">
            <a:extLst>
              <a:ext uri="{FF2B5EF4-FFF2-40B4-BE49-F238E27FC236}">
                <a16:creationId xmlns:a16="http://schemas.microsoft.com/office/drawing/2014/main" id="{053EBCA9-1025-E9DE-1FDA-77E792F696DC}"/>
              </a:ext>
            </a:extLst>
          </p:cNvPr>
          <p:cNvSpPr/>
          <p:nvPr/>
        </p:nvSpPr>
        <p:spPr>
          <a:xfrm>
            <a:off x="1219200" y="5669280"/>
            <a:ext cx="67056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935" name="Text 200">
            <a:extLst>
              <a:ext uri="{FF2B5EF4-FFF2-40B4-BE49-F238E27FC236}">
                <a16:creationId xmlns:a16="http://schemas.microsoft.com/office/drawing/2014/main" id="{C78CB391-B0ED-EB6B-2F93-14A2416AAC5B}"/>
              </a:ext>
            </a:extLst>
          </p:cNvPr>
          <p:cNvSpPr/>
          <p:nvPr/>
        </p:nvSpPr>
        <p:spPr>
          <a:xfrm>
            <a:off x="1889760" y="5669280"/>
            <a:ext cx="2804160" cy="280416"/>
          </a:xfrm>
          <a:prstGeom prst="rect">
            <a:avLst/>
          </a:prstGeom>
          <a:noFill/>
          <a:ln/>
        </p:spPr>
        <p:txBody>
          <a:bodyPr wrap="square" lIns="0" tIns="67733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Pankajbhai Khasiya</a:t>
            </a:r>
            <a:endParaRPr lang="en-US" sz="1200" dirty="0"/>
          </a:p>
        </p:txBody>
      </p:sp>
      <p:sp>
        <p:nvSpPr>
          <p:cNvPr id="936" name="Text 201">
            <a:extLst>
              <a:ext uri="{FF2B5EF4-FFF2-40B4-BE49-F238E27FC236}">
                <a16:creationId xmlns:a16="http://schemas.microsoft.com/office/drawing/2014/main" id="{AE15975A-122B-08B0-653A-8C38FA212C25}"/>
              </a:ext>
            </a:extLst>
          </p:cNvPr>
          <p:cNvSpPr/>
          <p:nvPr/>
        </p:nvSpPr>
        <p:spPr>
          <a:xfrm>
            <a:off x="4693920" y="5669280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937" name="Text 202">
            <a:extLst>
              <a:ext uri="{FF2B5EF4-FFF2-40B4-BE49-F238E27FC236}">
                <a16:creationId xmlns:a16="http://schemas.microsoft.com/office/drawing/2014/main" id="{12B91CE3-9BE8-DF80-0FA9-E5C8A8F1F143}"/>
              </a:ext>
            </a:extLst>
          </p:cNvPr>
          <p:cNvSpPr/>
          <p:nvPr/>
        </p:nvSpPr>
        <p:spPr>
          <a:xfrm>
            <a:off x="5608320" y="5669280"/>
            <a:ext cx="10972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1200" dirty="0"/>
          </a:p>
        </p:txBody>
      </p:sp>
      <p:sp>
        <p:nvSpPr>
          <p:cNvPr id="938" name="Text 203">
            <a:extLst>
              <a:ext uri="{FF2B5EF4-FFF2-40B4-BE49-F238E27FC236}">
                <a16:creationId xmlns:a16="http://schemas.microsoft.com/office/drawing/2014/main" id="{F5EF00FD-34B1-3547-4664-3278227D83DA}"/>
              </a:ext>
            </a:extLst>
          </p:cNvPr>
          <p:cNvSpPr/>
          <p:nvPr/>
        </p:nvSpPr>
        <p:spPr>
          <a:xfrm>
            <a:off x="6705600" y="5669280"/>
            <a:ext cx="7924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368</a:t>
            </a:r>
            <a:endParaRPr lang="en-US" sz="1200" dirty="0"/>
          </a:p>
        </p:txBody>
      </p:sp>
      <p:sp>
        <p:nvSpPr>
          <p:cNvPr id="939" name="Text 204">
            <a:extLst>
              <a:ext uri="{FF2B5EF4-FFF2-40B4-BE49-F238E27FC236}">
                <a16:creationId xmlns:a16="http://schemas.microsoft.com/office/drawing/2014/main" id="{51429423-D0A1-7249-D27E-A72EF35B6D9E}"/>
              </a:ext>
            </a:extLst>
          </p:cNvPr>
          <p:cNvSpPr/>
          <p:nvPr/>
        </p:nvSpPr>
        <p:spPr>
          <a:xfrm>
            <a:off x="7498080" y="5669280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357</a:t>
            </a:r>
            <a:endParaRPr lang="en-US" sz="1200" dirty="0"/>
          </a:p>
        </p:txBody>
      </p:sp>
      <p:sp>
        <p:nvSpPr>
          <p:cNvPr id="940" name="Text 205">
            <a:extLst>
              <a:ext uri="{FF2B5EF4-FFF2-40B4-BE49-F238E27FC236}">
                <a16:creationId xmlns:a16="http://schemas.microsoft.com/office/drawing/2014/main" id="{832CB9D9-D26C-4800-9F04-94D4359E92CD}"/>
              </a:ext>
            </a:extLst>
          </p:cNvPr>
          <p:cNvSpPr/>
          <p:nvPr/>
        </p:nvSpPr>
        <p:spPr>
          <a:xfrm>
            <a:off x="8412480" y="5669280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</p:txBody>
      </p:sp>
      <p:sp>
        <p:nvSpPr>
          <p:cNvPr id="941" name="Text 206">
            <a:extLst>
              <a:ext uri="{FF2B5EF4-FFF2-40B4-BE49-F238E27FC236}">
                <a16:creationId xmlns:a16="http://schemas.microsoft.com/office/drawing/2014/main" id="{0AD3F810-58C7-D564-B09D-6CFAEC0F2B2F}"/>
              </a:ext>
            </a:extLst>
          </p:cNvPr>
          <p:cNvSpPr/>
          <p:nvPr/>
        </p:nvSpPr>
        <p:spPr>
          <a:xfrm>
            <a:off x="9326880" y="5669280"/>
            <a:ext cx="103632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942" name="Shape 207">
            <a:extLst>
              <a:ext uri="{FF2B5EF4-FFF2-40B4-BE49-F238E27FC236}">
                <a16:creationId xmlns:a16="http://schemas.microsoft.com/office/drawing/2014/main" id="{6AE9A6FE-0395-E162-DB48-59257EF2B5CD}"/>
              </a:ext>
            </a:extLst>
          </p:cNvPr>
          <p:cNvSpPr/>
          <p:nvPr/>
        </p:nvSpPr>
        <p:spPr>
          <a:xfrm>
            <a:off x="304800" y="5949696"/>
            <a:ext cx="10058400" cy="0"/>
          </a:xfrm>
          <a:prstGeom prst="line">
            <a:avLst/>
          </a:prstGeom>
          <a:noFill/>
          <a:ln w="6350">
            <a:solidFill>
              <a:srgbClr val="1F3550"/>
            </a:solidFill>
            <a:prstDash val="solid"/>
          </a:ln>
        </p:spPr>
      </p:sp>
      <p:sp>
        <p:nvSpPr>
          <p:cNvPr id="943" name="Shape 208">
            <a:extLst>
              <a:ext uri="{FF2B5EF4-FFF2-40B4-BE49-F238E27FC236}">
                <a16:creationId xmlns:a16="http://schemas.microsoft.com/office/drawing/2014/main" id="{6F32B5F6-C168-906D-B6A6-C4F2FB023AC0}"/>
              </a:ext>
            </a:extLst>
          </p:cNvPr>
          <p:cNvSpPr/>
          <p:nvPr/>
        </p:nvSpPr>
        <p:spPr>
          <a:xfrm>
            <a:off x="304800" y="5949696"/>
            <a:ext cx="10058400" cy="2804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121E2B"/>
            </a:solidFill>
            <a:prstDash val="solid"/>
          </a:ln>
        </p:spPr>
      </p:sp>
      <p:sp>
        <p:nvSpPr>
          <p:cNvPr id="944" name="Shape 209">
            <a:extLst>
              <a:ext uri="{FF2B5EF4-FFF2-40B4-BE49-F238E27FC236}">
                <a16:creationId xmlns:a16="http://schemas.microsoft.com/office/drawing/2014/main" id="{51FD148F-DCA0-3116-CE43-979C0DCBD559}"/>
              </a:ext>
            </a:extLst>
          </p:cNvPr>
          <p:cNvSpPr/>
          <p:nvPr/>
        </p:nvSpPr>
        <p:spPr>
          <a:xfrm>
            <a:off x="304800" y="5949696"/>
            <a:ext cx="48768" cy="280416"/>
          </a:xfrm>
          <a:prstGeom prst="rect">
            <a:avLst/>
          </a:prstGeom>
          <a:solidFill>
            <a:srgbClr val="2A5A8A"/>
          </a:solidFill>
          <a:ln w="12700">
            <a:solidFill>
              <a:srgbClr val="2A5A8A"/>
            </a:solidFill>
            <a:prstDash val="solid"/>
          </a:ln>
        </p:spPr>
      </p:sp>
      <p:sp>
        <p:nvSpPr>
          <p:cNvPr id="945" name="Text 210">
            <a:extLst>
              <a:ext uri="{FF2B5EF4-FFF2-40B4-BE49-F238E27FC236}">
                <a16:creationId xmlns:a16="http://schemas.microsoft.com/office/drawing/2014/main" id="{93F3F15C-60F4-8936-505F-FDE2890F10FA}"/>
              </a:ext>
            </a:extLst>
          </p:cNvPr>
          <p:cNvSpPr/>
          <p:nvPr/>
        </p:nvSpPr>
        <p:spPr>
          <a:xfrm>
            <a:off x="304800" y="5949696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21-Feb</a:t>
            </a:r>
            <a:endParaRPr lang="en-US" sz="1200" dirty="0"/>
          </a:p>
        </p:txBody>
      </p:sp>
      <p:sp>
        <p:nvSpPr>
          <p:cNvPr id="946" name="Text 211">
            <a:extLst>
              <a:ext uri="{FF2B5EF4-FFF2-40B4-BE49-F238E27FC236}">
                <a16:creationId xmlns:a16="http://schemas.microsoft.com/office/drawing/2014/main" id="{1EB1997F-1FFE-A011-1658-127A645694F8}"/>
              </a:ext>
            </a:extLst>
          </p:cNvPr>
          <p:cNvSpPr/>
          <p:nvPr/>
        </p:nvSpPr>
        <p:spPr>
          <a:xfrm>
            <a:off x="1219200" y="5949696"/>
            <a:ext cx="67056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947" name="Text 212">
            <a:extLst>
              <a:ext uri="{FF2B5EF4-FFF2-40B4-BE49-F238E27FC236}">
                <a16:creationId xmlns:a16="http://schemas.microsoft.com/office/drawing/2014/main" id="{26E3254F-C0AC-8EEE-8BC2-C3DA330104D1}"/>
              </a:ext>
            </a:extLst>
          </p:cNvPr>
          <p:cNvSpPr/>
          <p:nvPr/>
        </p:nvSpPr>
        <p:spPr>
          <a:xfrm>
            <a:off x="1889760" y="5949696"/>
            <a:ext cx="2804160" cy="280416"/>
          </a:xfrm>
          <a:prstGeom prst="rect">
            <a:avLst/>
          </a:prstGeom>
          <a:noFill/>
          <a:ln/>
        </p:spPr>
        <p:txBody>
          <a:bodyPr wrap="square" lIns="0" tIns="67733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Vala Himesh</a:t>
            </a:r>
            <a:endParaRPr lang="en-US" sz="1200" dirty="0"/>
          </a:p>
        </p:txBody>
      </p:sp>
      <p:sp>
        <p:nvSpPr>
          <p:cNvPr id="948" name="Text 213">
            <a:extLst>
              <a:ext uri="{FF2B5EF4-FFF2-40B4-BE49-F238E27FC236}">
                <a16:creationId xmlns:a16="http://schemas.microsoft.com/office/drawing/2014/main" id="{AB58FCE9-EA3A-ECC6-30E8-E011F4E81DE1}"/>
              </a:ext>
            </a:extLst>
          </p:cNvPr>
          <p:cNvSpPr/>
          <p:nvPr/>
        </p:nvSpPr>
        <p:spPr>
          <a:xfrm>
            <a:off x="4693920" y="5949696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949" name="Text 214">
            <a:extLst>
              <a:ext uri="{FF2B5EF4-FFF2-40B4-BE49-F238E27FC236}">
                <a16:creationId xmlns:a16="http://schemas.microsoft.com/office/drawing/2014/main" id="{AC41B704-5975-CE14-7739-D36DDEA7C1C9}"/>
              </a:ext>
            </a:extLst>
          </p:cNvPr>
          <p:cNvSpPr/>
          <p:nvPr/>
        </p:nvSpPr>
        <p:spPr>
          <a:xfrm>
            <a:off x="5608320" y="5949696"/>
            <a:ext cx="10972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245</a:t>
            </a:r>
            <a:endParaRPr lang="en-US" sz="1200" dirty="0"/>
          </a:p>
        </p:txBody>
      </p:sp>
      <p:sp>
        <p:nvSpPr>
          <p:cNvPr id="950" name="Text 215">
            <a:extLst>
              <a:ext uri="{FF2B5EF4-FFF2-40B4-BE49-F238E27FC236}">
                <a16:creationId xmlns:a16="http://schemas.microsoft.com/office/drawing/2014/main" id="{8041C010-E694-C294-272E-5DFD42E91AD1}"/>
              </a:ext>
            </a:extLst>
          </p:cNvPr>
          <p:cNvSpPr/>
          <p:nvPr/>
        </p:nvSpPr>
        <p:spPr>
          <a:xfrm>
            <a:off x="6705600" y="5949696"/>
            <a:ext cx="79248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436</a:t>
            </a:r>
            <a:endParaRPr lang="en-US" sz="1200" dirty="0"/>
          </a:p>
        </p:txBody>
      </p:sp>
      <p:sp>
        <p:nvSpPr>
          <p:cNvPr id="951" name="Text 216">
            <a:extLst>
              <a:ext uri="{FF2B5EF4-FFF2-40B4-BE49-F238E27FC236}">
                <a16:creationId xmlns:a16="http://schemas.microsoft.com/office/drawing/2014/main" id="{F172DB21-E560-66DD-184C-54FD514B8702}"/>
              </a:ext>
            </a:extLst>
          </p:cNvPr>
          <p:cNvSpPr/>
          <p:nvPr/>
        </p:nvSpPr>
        <p:spPr>
          <a:xfrm>
            <a:off x="7498080" y="5949696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410</a:t>
            </a:r>
            <a:endParaRPr lang="en-US" sz="1200" dirty="0"/>
          </a:p>
        </p:txBody>
      </p:sp>
      <p:sp>
        <p:nvSpPr>
          <p:cNvPr id="952" name="Text 217">
            <a:extLst>
              <a:ext uri="{FF2B5EF4-FFF2-40B4-BE49-F238E27FC236}">
                <a16:creationId xmlns:a16="http://schemas.microsoft.com/office/drawing/2014/main" id="{44314DA9-8D9E-6533-C46D-E398C6F2FD4F}"/>
              </a:ext>
            </a:extLst>
          </p:cNvPr>
          <p:cNvSpPr/>
          <p:nvPr/>
        </p:nvSpPr>
        <p:spPr>
          <a:xfrm>
            <a:off x="8412480" y="5949696"/>
            <a:ext cx="91440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200" dirty="0"/>
          </a:p>
        </p:txBody>
      </p:sp>
      <p:sp>
        <p:nvSpPr>
          <p:cNvPr id="953" name="Text 218">
            <a:extLst>
              <a:ext uri="{FF2B5EF4-FFF2-40B4-BE49-F238E27FC236}">
                <a16:creationId xmlns:a16="http://schemas.microsoft.com/office/drawing/2014/main" id="{E59A8084-AED8-6571-8D15-312EFBD1FEC7}"/>
              </a:ext>
            </a:extLst>
          </p:cNvPr>
          <p:cNvSpPr/>
          <p:nvPr/>
        </p:nvSpPr>
        <p:spPr>
          <a:xfrm>
            <a:off x="9326880" y="5949696"/>
            <a:ext cx="103632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  <p:sp>
        <p:nvSpPr>
          <p:cNvPr id="954" name="Shape 219">
            <a:extLst>
              <a:ext uri="{FF2B5EF4-FFF2-40B4-BE49-F238E27FC236}">
                <a16:creationId xmlns:a16="http://schemas.microsoft.com/office/drawing/2014/main" id="{CD8C747D-B7D8-8652-B562-854DBA2B2682}"/>
              </a:ext>
            </a:extLst>
          </p:cNvPr>
          <p:cNvSpPr/>
          <p:nvPr/>
        </p:nvSpPr>
        <p:spPr>
          <a:xfrm>
            <a:off x="304800" y="6230112"/>
            <a:ext cx="10058400" cy="0"/>
          </a:xfrm>
          <a:prstGeom prst="line">
            <a:avLst/>
          </a:prstGeom>
          <a:noFill/>
          <a:ln w="6350">
            <a:solidFill>
              <a:srgbClr val="1F355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777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DB09B-37BF-A48E-62C4-DA2EC5102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C5EADC0-D211-9648-63EF-96055D9B67AE}"/>
              </a:ext>
            </a:extLst>
          </p:cNvPr>
          <p:cNvSpPr/>
          <p:nvPr/>
        </p:nvSpPr>
        <p:spPr>
          <a:xfrm>
            <a:off x="15240" y="-361188"/>
            <a:ext cx="1216152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42C6D30-73D8-3F6C-B7C5-6812AA4E37FE}"/>
              </a:ext>
            </a:extLst>
          </p:cNvPr>
          <p:cNvSpPr/>
          <p:nvPr/>
        </p:nvSpPr>
        <p:spPr>
          <a:xfrm>
            <a:off x="274320" y="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Per Person Output — Good Performance Analysis  |  Machine: IG.11  |  February 2026</a:t>
            </a:r>
            <a:endParaRPr lang="en-US" sz="1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5E1FDF-D86E-A173-E207-5C0DACFED24F}"/>
              </a:ext>
            </a:extLst>
          </p:cNvPr>
          <p:cNvSpPr/>
          <p:nvPr/>
        </p:nvSpPr>
        <p:spPr>
          <a:xfrm>
            <a:off x="9326880" y="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F5B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Sorted: Good Output ↑ (Lowest → Highest)</a:t>
            </a:r>
            <a:endParaRPr lang="en-US" sz="900" dirty="0"/>
          </a:p>
        </p:txBody>
      </p:sp>
      <p:graphicFrame>
        <p:nvGraphicFramePr>
          <p:cNvPr id="1047" name="Table 0">
            <a:extLst>
              <a:ext uri="{FF2B5EF4-FFF2-40B4-BE49-F238E27FC236}">
                <a16:creationId xmlns:a16="http://schemas.microsoft.com/office/drawing/2014/main" id="{A72BA7A4-4E62-4BAE-5587-F7245FB0CD88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280416"/>
          <a:ext cx="11501120" cy="6400800"/>
        </p:xfrm>
        <a:graphic>
          <a:graphicData uri="http://schemas.openxmlformats.org/drawingml/2006/table">
            <a:tbl>
              <a:tblPr/>
              <a:tblGrid>
                <a:gridCol w="1178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22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35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19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4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9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29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Shift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Operator Name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Plan Hrs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Rejection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Production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Rework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Scrap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06-Feb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Pankajbhai Khasiya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180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368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357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32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21-Feb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Vala Himesh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245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436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410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49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26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17-Feb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Varshaben Mankoliya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400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488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469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19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17-Feb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Hashmukh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350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493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470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23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20-Feb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Vala Himesh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275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528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517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18-Feb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Amit Makampara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360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560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535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57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07-Feb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Pravin Baraiya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365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611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555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42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56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16-Feb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Vala Himesh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330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644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627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07-Feb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Himesh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270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642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630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11-Feb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Varshaben Mankoliya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330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670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670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09-Feb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Abhijitsinh Rana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355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736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686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12-Feb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Pravin Baraiya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355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779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718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27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61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19-Feb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Amit Makampara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440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735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720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63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16-Feb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Hashmukh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395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761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743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10-Feb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Varshaben Mankoliya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385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795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755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39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08-Feb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Varshaben Mankoliya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390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825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783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42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09-Feb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Varshaben Mankoliya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415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873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813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06-Feb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Dilip Panday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405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822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817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11-Feb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Taslimbhai Kondhiya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390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925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900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10-Feb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II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Akash Kumar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405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973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937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36</a:t>
                      </a:r>
                      <a:endParaRPr lang="en-US" sz="12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0627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91D94-4364-E0E1-87A9-9E9586E62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3" action="ppaction://hlinksldjump"/>
            <a:extLst>
              <a:ext uri="{FF2B5EF4-FFF2-40B4-BE49-F238E27FC236}">
                <a16:creationId xmlns:a16="http://schemas.microsoft.com/office/drawing/2014/main" id="{397701FA-A28C-7760-D362-0459E49F0361}"/>
              </a:ext>
            </a:extLst>
          </p:cNvPr>
          <p:cNvSpPr/>
          <p:nvPr/>
        </p:nvSpPr>
        <p:spPr>
          <a:xfrm>
            <a:off x="0" y="-9379"/>
            <a:ext cx="12192000" cy="914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1A2E5A"/>
            </a:solidFill>
            <a:prstDash val="solid"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F66D879-682F-F94E-17C6-672B0C5E8CDD}"/>
              </a:ext>
            </a:extLst>
          </p:cNvPr>
          <p:cNvSpPr/>
          <p:nvPr/>
        </p:nvSpPr>
        <p:spPr>
          <a:xfrm>
            <a:off x="0" y="914400"/>
            <a:ext cx="12192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15BCC32-9C1B-07C1-67D6-6FBA623B27C6}"/>
              </a:ext>
            </a:extLst>
          </p:cNvPr>
          <p:cNvSpPr/>
          <p:nvPr/>
        </p:nvSpPr>
        <p:spPr>
          <a:xfrm>
            <a:off x="365760" y="73152"/>
            <a:ext cx="103632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ea typeface="Liter" pitchFamily="34" charset="-122"/>
                <a:cs typeface="Liter" pitchFamily="34" charset="-120"/>
              </a:rPr>
              <a:t>OEE – IG Machines Avg.</a:t>
            </a:r>
            <a:endParaRPr lang="en-US" sz="32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C422963-216A-A3C4-5DA2-E4AB93688A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5121" y="15802"/>
            <a:ext cx="1580980" cy="865919"/>
          </a:xfrm>
          <a:prstGeom prst="rect">
            <a:avLst/>
          </a:prstGeom>
        </p:spPr>
      </p:pic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B1CE39A6-A068-1B09-4D15-DF19BC7E1F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4115833"/>
              </p:ext>
            </p:extLst>
          </p:nvPr>
        </p:nvGraphicFramePr>
        <p:xfrm>
          <a:off x="274320" y="1325880"/>
          <a:ext cx="804672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Chart 1">
            <a:extLst>
              <a:ext uri="{FF2B5EF4-FFF2-40B4-BE49-F238E27FC236}">
                <a16:creationId xmlns:a16="http://schemas.microsoft.com/office/drawing/2014/main" id="{5811C6C0-6BD4-8C49-A31F-4F890A9182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804811"/>
              </p:ext>
            </p:extLst>
          </p:nvPr>
        </p:nvGraphicFramePr>
        <p:xfrm>
          <a:off x="274320" y="3625355"/>
          <a:ext cx="8046720" cy="29401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" name="Shape 5">
            <a:extLst>
              <a:ext uri="{FF2B5EF4-FFF2-40B4-BE49-F238E27FC236}">
                <a16:creationId xmlns:a16="http://schemas.microsoft.com/office/drawing/2014/main" id="{F90E562A-3FC9-22E0-5E2E-D124B911ED02}"/>
              </a:ext>
            </a:extLst>
          </p:cNvPr>
          <p:cNvSpPr/>
          <p:nvPr/>
        </p:nvSpPr>
        <p:spPr>
          <a:xfrm>
            <a:off x="8549640" y="1325880"/>
            <a:ext cx="3291840" cy="4846320"/>
          </a:xfrm>
          <a:prstGeom prst="rect">
            <a:avLst/>
          </a:prstGeom>
          <a:solidFill>
            <a:schemeClr val="bg1"/>
          </a:solidFill>
          <a:ln w="12700">
            <a:solidFill>
              <a:srgbClr val="1B2A4A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A3A0FD3-331D-F043-65E1-4C6AB0C600C4}"/>
              </a:ext>
            </a:extLst>
          </p:cNvPr>
          <p:cNvSpPr/>
          <p:nvPr/>
        </p:nvSpPr>
        <p:spPr>
          <a:xfrm>
            <a:off x="8549640" y="1325880"/>
            <a:ext cx="3291840" cy="457200"/>
          </a:xfrm>
          <a:prstGeom prst="rect">
            <a:avLst/>
          </a:prstGeom>
          <a:solidFill>
            <a:srgbClr val="2B5FA6"/>
          </a:solidFill>
          <a:ln w="12700">
            <a:solidFill>
              <a:srgbClr val="2B5FA6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679A69E-88D3-0F36-2B80-F79BDF2C4968}"/>
              </a:ext>
            </a:extLst>
          </p:cNvPr>
          <p:cNvSpPr/>
          <p:nvPr/>
        </p:nvSpPr>
        <p:spPr>
          <a:xfrm>
            <a:off x="8549640" y="1325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Highlights</a:t>
            </a:r>
            <a:endParaRPr lang="en-US" sz="1333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4B592D4-CE89-5EAD-AA6B-F96C2ADCF8F0}"/>
              </a:ext>
            </a:extLst>
          </p:cNvPr>
          <p:cNvSpPr/>
          <p:nvPr/>
        </p:nvSpPr>
        <p:spPr>
          <a:xfrm>
            <a:off x="8577072" y="1798616"/>
            <a:ext cx="3218688" cy="5120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EAD79AE1-A816-3FBE-B056-65924A168DF2}"/>
              </a:ext>
            </a:extLst>
          </p:cNvPr>
          <p:cNvSpPr/>
          <p:nvPr/>
        </p:nvSpPr>
        <p:spPr>
          <a:xfrm>
            <a:off x="8705088" y="180707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Best M/C (OEE)</a:t>
            </a:r>
            <a:endParaRPr lang="en-US" sz="1333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BC9E9236-9AEF-0D58-49D3-F20B24078488}"/>
              </a:ext>
            </a:extLst>
          </p:cNvPr>
          <p:cNvSpPr/>
          <p:nvPr/>
        </p:nvSpPr>
        <p:spPr>
          <a:xfrm>
            <a:off x="8705087" y="1988576"/>
            <a:ext cx="33610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IG.16 (81.8%) &amp; IG.01 (80.1%)&amp; IG.14(80)</a:t>
            </a:r>
            <a:endParaRPr lang="en-US" sz="1333" dirty="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2174C462-60A4-C520-75AB-791231ED087D}"/>
              </a:ext>
            </a:extLst>
          </p:cNvPr>
          <p:cNvSpPr/>
          <p:nvPr/>
        </p:nvSpPr>
        <p:spPr>
          <a:xfrm>
            <a:off x="8705088" y="2386584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Lowest / Worst M/C</a:t>
            </a:r>
            <a:endParaRPr lang="en-US" sz="1333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1E869E34-F6D2-2D07-8573-A91FB59A39BC}"/>
              </a:ext>
            </a:extLst>
          </p:cNvPr>
          <p:cNvSpPr/>
          <p:nvPr/>
        </p:nvSpPr>
        <p:spPr>
          <a:xfrm>
            <a:off x="8705088" y="2587752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IG.17 (41.7%) — needs attention</a:t>
            </a:r>
            <a:endParaRPr lang="en-US" sz="1333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D2B2A008-1B74-16CA-ED08-6D5E96C85955}"/>
              </a:ext>
            </a:extLst>
          </p:cNvPr>
          <p:cNvSpPr/>
          <p:nvPr/>
        </p:nvSpPr>
        <p:spPr>
          <a:xfrm>
            <a:off x="8577072" y="2898648"/>
            <a:ext cx="3218688" cy="5120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1333" dirty="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510A6E42-2F7E-2F9C-3B77-6DF4E34203F2}"/>
              </a:ext>
            </a:extLst>
          </p:cNvPr>
          <p:cNvSpPr/>
          <p:nvPr/>
        </p:nvSpPr>
        <p:spPr>
          <a:xfrm>
            <a:off x="8705088" y="2916936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Highest Rework</a:t>
            </a:r>
            <a:endParaRPr lang="en-US" sz="1333" dirty="0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BA988876-013E-7855-A843-FCC9D79DDC11}"/>
              </a:ext>
            </a:extLst>
          </p:cNvPr>
          <p:cNvSpPr/>
          <p:nvPr/>
        </p:nvSpPr>
        <p:spPr>
          <a:xfrm>
            <a:off x="8705088" y="3118104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IG.17 (538 / 9.1%), IG.19 (220 / 8.2%)</a:t>
            </a:r>
            <a:endParaRPr lang="en-US" sz="1333" dirty="0"/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95A40D0C-3B04-5F75-5B67-2CF45231864D}"/>
              </a:ext>
            </a:extLst>
          </p:cNvPr>
          <p:cNvSpPr/>
          <p:nvPr/>
        </p:nvSpPr>
        <p:spPr>
          <a:xfrm>
            <a:off x="8705088" y="3447288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Highest Rejection</a:t>
            </a:r>
            <a:endParaRPr lang="en-US" sz="1333" dirty="0"/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815060D0-1763-F7EC-0B12-84638347D48C}"/>
              </a:ext>
            </a:extLst>
          </p:cNvPr>
          <p:cNvSpPr/>
          <p:nvPr/>
        </p:nvSpPr>
        <p:spPr>
          <a:xfrm>
            <a:off x="8705088" y="3648456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IG.11 (702 / 4.3%), IG.17 (188 / 3.2%)</a:t>
            </a:r>
            <a:endParaRPr lang="en-US" sz="1333" dirty="0"/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56BFD6E5-E585-7D69-E0D5-48EEF92C0303}"/>
              </a:ext>
            </a:extLst>
          </p:cNvPr>
          <p:cNvSpPr/>
          <p:nvPr/>
        </p:nvSpPr>
        <p:spPr>
          <a:xfrm>
            <a:off x="8577072" y="3959352"/>
            <a:ext cx="3218688" cy="5120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4">
            <a:extLst>
              <a:ext uri="{FF2B5EF4-FFF2-40B4-BE49-F238E27FC236}">
                <a16:creationId xmlns:a16="http://schemas.microsoft.com/office/drawing/2014/main" id="{D7317E43-0158-6316-2868-41A956D757F1}"/>
              </a:ext>
            </a:extLst>
          </p:cNvPr>
          <p:cNvSpPr/>
          <p:nvPr/>
        </p:nvSpPr>
        <p:spPr>
          <a:xfrm>
            <a:off x="8705088" y="397764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Low Rework</a:t>
            </a:r>
            <a:endParaRPr lang="en-US" sz="1333" dirty="0"/>
          </a:p>
        </p:txBody>
      </p:sp>
      <p:sp>
        <p:nvSpPr>
          <p:cNvPr id="23" name="Text 25">
            <a:extLst>
              <a:ext uri="{FF2B5EF4-FFF2-40B4-BE49-F238E27FC236}">
                <a16:creationId xmlns:a16="http://schemas.microsoft.com/office/drawing/2014/main" id="{B3BEC97E-0F5C-60A2-B6C2-A1C8D20BCEC8}"/>
              </a:ext>
            </a:extLst>
          </p:cNvPr>
          <p:cNvSpPr/>
          <p:nvPr/>
        </p:nvSpPr>
        <p:spPr>
          <a:xfrm>
            <a:off x="8705088" y="4178808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IG.16 (277 / 0.6%), IG.01 (649 / 1.3%)</a:t>
            </a:r>
            <a:endParaRPr lang="en-US" sz="1333" dirty="0"/>
          </a:p>
        </p:txBody>
      </p:sp>
      <p:sp>
        <p:nvSpPr>
          <p:cNvPr id="24" name="Text 27">
            <a:extLst>
              <a:ext uri="{FF2B5EF4-FFF2-40B4-BE49-F238E27FC236}">
                <a16:creationId xmlns:a16="http://schemas.microsoft.com/office/drawing/2014/main" id="{DBFCD76F-6303-E3C0-1EC2-98C7AD78434A}"/>
              </a:ext>
            </a:extLst>
          </p:cNvPr>
          <p:cNvSpPr/>
          <p:nvPr/>
        </p:nvSpPr>
        <p:spPr>
          <a:xfrm>
            <a:off x="8705088" y="450799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Low Rejection</a:t>
            </a:r>
            <a:endParaRPr lang="en-US" sz="1333" dirty="0"/>
          </a:p>
        </p:txBody>
      </p:sp>
      <p:sp>
        <p:nvSpPr>
          <p:cNvPr id="25" name="Text 28">
            <a:extLst>
              <a:ext uri="{FF2B5EF4-FFF2-40B4-BE49-F238E27FC236}">
                <a16:creationId xmlns:a16="http://schemas.microsoft.com/office/drawing/2014/main" id="{A08A6A58-2C0D-994A-5BB3-566FD8C3B3DF}"/>
              </a:ext>
            </a:extLst>
          </p:cNvPr>
          <p:cNvSpPr/>
          <p:nvPr/>
        </p:nvSpPr>
        <p:spPr>
          <a:xfrm>
            <a:off x="8705088" y="470916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IG.14 (213 / 0.4%), IG.20 (85 / 0.7%)</a:t>
            </a:r>
            <a:endParaRPr lang="en-US" sz="1333" dirty="0"/>
          </a:p>
        </p:txBody>
      </p:sp>
      <p:sp>
        <p:nvSpPr>
          <p:cNvPr id="26" name="Shape 29">
            <a:extLst>
              <a:ext uri="{FF2B5EF4-FFF2-40B4-BE49-F238E27FC236}">
                <a16:creationId xmlns:a16="http://schemas.microsoft.com/office/drawing/2014/main" id="{C336EF0E-619D-4055-93D5-62E9FFE8E6F7}"/>
              </a:ext>
            </a:extLst>
          </p:cNvPr>
          <p:cNvSpPr/>
          <p:nvPr/>
        </p:nvSpPr>
        <p:spPr>
          <a:xfrm>
            <a:off x="8577072" y="5020056"/>
            <a:ext cx="3218688" cy="5120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31">
            <a:extLst>
              <a:ext uri="{FF2B5EF4-FFF2-40B4-BE49-F238E27FC236}">
                <a16:creationId xmlns:a16="http://schemas.microsoft.com/office/drawing/2014/main" id="{19769817-5DA5-8705-F229-1C95431C3E22}"/>
              </a:ext>
            </a:extLst>
          </p:cNvPr>
          <p:cNvSpPr/>
          <p:nvPr/>
        </p:nvSpPr>
        <p:spPr>
          <a:xfrm>
            <a:off x="8705088" y="5038344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Fleet Avg OEE</a:t>
            </a:r>
            <a:endParaRPr lang="en-US" sz="1333" dirty="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30D11AB9-B67D-6174-D5C7-02EA7A89F97C}"/>
              </a:ext>
            </a:extLst>
          </p:cNvPr>
          <p:cNvSpPr/>
          <p:nvPr/>
        </p:nvSpPr>
        <p:spPr>
          <a:xfrm>
            <a:off x="8705088" y="5239512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60.4% vs 65% target</a:t>
            </a:r>
            <a:endParaRPr lang="en-US" sz="1333" dirty="0"/>
          </a:p>
        </p:txBody>
      </p:sp>
      <p:sp>
        <p:nvSpPr>
          <p:cNvPr id="29" name="Text 34">
            <a:extLst>
              <a:ext uri="{FF2B5EF4-FFF2-40B4-BE49-F238E27FC236}">
                <a16:creationId xmlns:a16="http://schemas.microsoft.com/office/drawing/2014/main" id="{49694A4C-9481-C5A6-3309-ED9094B2B2D9}"/>
              </a:ext>
            </a:extLst>
          </p:cNvPr>
          <p:cNvSpPr/>
          <p:nvPr/>
        </p:nvSpPr>
        <p:spPr>
          <a:xfrm>
            <a:off x="8705088" y="5568696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Fleet Avg Rework</a:t>
            </a:r>
            <a:endParaRPr lang="en-US" sz="1333" dirty="0"/>
          </a:p>
        </p:txBody>
      </p:sp>
      <p:sp>
        <p:nvSpPr>
          <p:cNvPr id="30" name="Text 35">
            <a:extLst>
              <a:ext uri="{FF2B5EF4-FFF2-40B4-BE49-F238E27FC236}">
                <a16:creationId xmlns:a16="http://schemas.microsoft.com/office/drawing/2014/main" id="{6A943B3E-2D53-8D27-3E5E-2E89423371F4}"/>
              </a:ext>
            </a:extLst>
          </p:cNvPr>
          <p:cNvSpPr/>
          <p:nvPr/>
        </p:nvSpPr>
        <p:spPr>
          <a:xfrm>
            <a:off x="8705088" y="5769864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3.3%  (9,455 pcs)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2071590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777240"/>
            <a:ext cx="12161520" cy="54864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 KPI Data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0" y="137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MRS BEARINGS™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i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Machine Production vs Downtime &amp; Loss Analysis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371600"/>
          <a:ext cx="81838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8549640" y="1325880"/>
            <a:ext cx="3291840" cy="5042096"/>
          </a:xfrm>
          <a:prstGeom prst="rect">
            <a:avLst/>
          </a:prstGeom>
          <a:solidFill>
            <a:schemeClr val="bg1"/>
          </a:solidFill>
          <a:ln w="12700">
            <a:solidFill>
              <a:srgbClr val="1B2A4A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 sz="2400" dirty="0"/>
          </a:p>
        </p:txBody>
      </p:sp>
      <p:sp>
        <p:nvSpPr>
          <p:cNvPr id="9" name="Shape 6"/>
          <p:cNvSpPr/>
          <p:nvPr/>
        </p:nvSpPr>
        <p:spPr>
          <a:xfrm>
            <a:off x="8549640" y="1325880"/>
            <a:ext cx="3291840" cy="475488"/>
          </a:xfrm>
          <a:prstGeom prst="rect">
            <a:avLst/>
          </a:prstGeom>
          <a:solidFill>
            <a:srgbClr val="2B5FA6"/>
          </a:solidFill>
          <a:ln w="12700">
            <a:solidFill>
              <a:srgbClr val="2B5F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49640" y="132588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 Fleet Summary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595360" y="1847088"/>
            <a:ext cx="3200400" cy="4297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41080" y="18745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Total Planned (Target)</a:t>
            </a:r>
            <a:endParaRPr lang="en-US" sz="1333" dirty="0"/>
          </a:p>
        </p:txBody>
      </p:sp>
      <p:sp>
        <p:nvSpPr>
          <p:cNvPr id="13" name="Text 10"/>
          <p:cNvSpPr/>
          <p:nvPr/>
        </p:nvSpPr>
        <p:spPr>
          <a:xfrm>
            <a:off x="10744200" y="18745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429,523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41080" y="232257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Sum of Total</a:t>
            </a:r>
            <a:endParaRPr lang="en-US" sz="1333" dirty="0"/>
          </a:p>
        </p:txBody>
      </p:sp>
      <p:sp>
        <p:nvSpPr>
          <p:cNvPr id="15" name="Text 12"/>
          <p:cNvSpPr/>
          <p:nvPr/>
        </p:nvSpPr>
        <p:spPr>
          <a:xfrm>
            <a:off x="10744200" y="232257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290,626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595360" y="2743200"/>
            <a:ext cx="3200400" cy="4297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41080" y="3230175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Total Rework</a:t>
            </a:r>
            <a:endParaRPr lang="en-US" sz="1333" dirty="0"/>
          </a:p>
        </p:txBody>
      </p:sp>
      <p:sp>
        <p:nvSpPr>
          <p:cNvPr id="18" name="Text 15"/>
          <p:cNvSpPr/>
          <p:nvPr/>
        </p:nvSpPr>
        <p:spPr>
          <a:xfrm>
            <a:off x="10744200" y="3211427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9,455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595360" y="3639312"/>
            <a:ext cx="3200400" cy="4297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22" name="Text 19"/>
          <p:cNvSpPr/>
          <p:nvPr/>
        </p:nvSpPr>
        <p:spPr>
          <a:xfrm>
            <a:off x="8641080" y="4116909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Total Loss Qty</a:t>
            </a:r>
            <a:endParaRPr lang="en-US" sz="1333" dirty="0"/>
          </a:p>
        </p:txBody>
      </p:sp>
      <p:sp>
        <p:nvSpPr>
          <p:cNvPr id="23" name="Text 20"/>
          <p:cNvSpPr/>
          <p:nvPr/>
        </p:nvSpPr>
        <p:spPr>
          <a:xfrm>
            <a:off x="10744200" y="4107537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86,147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595360" y="4535424"/>
            <a:ext cx="3200400" cy="4297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27" name="Text 24"/>
          <p:cNvSpPr/>
          <p:nvPr/>
        </p:nvSpPr>
        <p:spPr>
          <a:xfrm>
            <a:off x="8641080" y="5003651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%</a:t>
            </a:r>
            <a:endParaRPr lang="en-US" sz="1333" dirty="0"/>
          </a:p>
        </p:txBody>
      </p:sp>
      <p:sp>
        <p:nvSpPr>
          <p:cNvPr id="28" name="Text 25"/>
          <p:cNvSpPr/>
          <p:nvPr/>
        </p:nvSpPr>
        <p:spPr>
          <a:xfrm>
            <a:off x="10744200" y="5078671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644554" y="5536105"/>
            <a:ext cx="110548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endParaRPr lang="en-US" sz="1100" dirty="0"/>
          </a:p>
        </p:txBody>
      </p:sp>
      <p:sp>
        <p:nvSpPr>
          <p:cNvPr id="33" name="Shape 0">
            <a:extLst>
              <a:ext uri="{FF2B5EF4-FFF2-40B4-BE49-F238E27FC236}">
                <a16:creationId xmlns:a16="http://schemas.microsoft.com/office/drawing/2014/main" id="{8C528A98-5B18-A0BA-5179-D19EA45FC04B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1A2E5A"/>
            </a:solidFill>
            <a:prstDash val="solid"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0117FDE8-326D-B731-F79A-E4436B9F13A0}"/>
              </a:ext>
            </a:extLst>
          </p:cNvPr>
          <p:cNvSpPr/>
          <p:nvPr/>
        </p:nvSpPr>
        <p:spPr>
          <a:xfrm>
            <a:off x="365760" y="73152"/>
            <a:ext cx="103632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Backend KPI Data Summary</a:t>
            </a:r>
            <a:endParaRPr lang="en-US" sz="2933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3CB5FE9-5056-4028-58B0-B2001F061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5121" y="15802"/>
            <a:ext cx="1580980" cy="865919"/>
          </a:xfrm>
          <a:prstGeom prst="rect">
            <a:avLst/>
          </a:prstGeom>
        </p:spPr>
      </p:pic>
      <p:sp>
        <p:nvSpPr>
          <p:cNvPr id="36" name="Shape 1">
            <a:extLst>
              <a:ext uri="{FF2B5EF4-FFF2-40B4-BE49-F238E27FC236}">
                <a16:creationId xmlns:a16="http://schemas.microsoft.com/office/drawing/2014/main" id="{5F8642D1-0644-59D4-3F74-AA19D9651353}"/>
              </a:ext>
            </a:extLst>
          </p:cNvPr>
          <p:cNvSpPr/>
          <p:nvPr/>
        </p:nvSpPr>
        <p:spPr>
          <a:xfrm>
            <a:off x="0" y="914400"/>
            <a:ext cx="12192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" name="Shape 23">
            <a:extLst>
              <a:ext uri="{FF2B5EF4-FFF2-40B4-BE49-F238E27FC236}">
                <a16:creationId xmlns:a16="http://schemas.microsoft.com/office/drawing/2014/main" id="{831FAC18-D0FD-E1CB-CBCE-5C6D4FEBFC6C}"/>
              </a:ext>
            </a:extLst>
          </p:cNvPr>
          <p:cNvSpPr/>
          <p:nvPr/>
        </p:nvSpPr>
        <p:spPr>
          <a:xfrm>
            <a:off x="8595360" y="5464404"/>
            <a:ext cx="3200400" cy="4297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46429092-269B-6E48-D286-DD924D69E6D4}"/>
              </a:ext>
            </a:extLst>
          </p:cNvPr>
          <p:cNvSpPr/>
          <p:nvPr/>
        </p:nvSpPr>
        <p:spPr>
          <a:xfrm>
            <a:off x="8656707" y="54392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Loss %</a:t>
            </a:r>
            <a:endParaRPr lang="en-US" sz="1333" dirty="0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40B9574B-8556-3284-D04B-ABFF83E76340}"/>
              </a:ext>
            </a:extLst>
          </p:cNvPr>
          <p:cNvSpPr/>
          <p:nvPr/>
        </p:nvSpPr>
        <p:spPr>
          <a:xfrm>
            <a:off x="10791482" y="5448572"/>
            <a:ext cx="110548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(52750) </a:t>
            </a:r>
            <a:r>
              <a:rPr lang="en-US" sz="1100" b="1" dirty="0">
                <a:solidFill>
                  <a:srgbClr val="E88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100" dirty="0"/>
          </a:p>
        </p:txBody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7DD1C952-940F-C466-9C26-29F2CEC8C5A5}"/>
              </a:ext>
            </a:extLst>
          </p:cNvPr>
          <p:cNvSpPr/>
          <p:nvPr/>
        </p:nvSpPr>
        <p:spPr>
          <a:xfrm>
            <a:off x="8609816" y="4552455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Downtime (hrs)</a:t>
            </a:r>
            <a:endParaRPr lang="en-US" sz="1333" dirty="0"/>
          </a:p>
        </p:txBody>
      </p:sp>
      <p:sp>
        <p:nvSpPr>
          <p:cNvPr id="38" name="Text 22">
            <a:extLst>
              <a:ext uri="{FF2B5EF4-FFF2-40B4-BE49-F238E27FC236}">
                <a16:creationId xmlns:a16="http://schemas.microsoft.com/office/drawing/2014/main" id="{9AC0AD6A-6F53-6113-C99F-7167F5E0B335}"/>
              </a:ext>
            </a:extLst>
          </p:cNvPr>
          <p:cNvSpPr/>
          <p:nvPr/>
        </p:nvSpPr>
        <p:spPr>
          <a:xfrm>
            <a:off x="10603913" y="4580599"/>
            <a:ext cx="119927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(1,766) </a:t>
            </a:r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B119E423-7690-8B12-1475-15E744C22BAD}"/>
              </a:ext>
            </a:extLst>
          </p:cNvPr>
          <p:cNvSpPr/>
          <p:nvPr/>
        </p:nvSpPr>
        <p:spPr>
          <a:xfrm>
            <a:off x="8666085" y="363759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Total Rejection</a:t>
            </a:r>
            <a:endParaRPr lang="en-US" sz="1333" dirty="0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CDCB2980-441B-FCD7-A4E7-5D77E7BDCC58}"/>
              </a:ext>
            </a:extLst>
          </p:cNvPr>
          <p:cNvSpPr/>
          <p:nvPr/>
        </p:nvSpPr>
        <p:spPr>
          <a:xfrm>
            <a:off x="10731701" y="366573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5,440</a:t>
            </a:r>
            <a:endParaRPr lang="en-US" sz="11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0212D4D5-2FFC-0ED8-5F8D-79044A547676}"/>
              </a:ext>
            </a:extLst>
          </p:cNvPr>
          <p:cNvSpPr/>
          <p:nvPr/>
        </p:nvSpPr>
        <p:spPr>
          <a:xfrm>
            <a:off x="8656707" y="2769617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Sum of Good </a:t>
            </a:r>
            <a:endParaRPr lang="en-US" sz="1333" dirty="0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83B11EA3-C9B9-2C2B-7E7F-7EAD695612C6}"/>
              </a:ext>
            </a:extLst>
          </p:cNvPr>
          <p:cNvSpPr/>
          <p:nvPr/>
        </p:nvSpPr>
        <p:spPr>
          <a:xfrm>
            <a:off x="10731692" y="275086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b="1" dirty="0">
                <a:latin typeface="Arial" pitchFamily="34" charset="0"/>
                <a:cs typeface="Arial" pitchFamily="34" charset="-120"/>
              </a:rPr>
              <a:t>283731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1A2E5A"/>
            </a:solidFill>
            <a:prstDash val="solid"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</p:sp>
      <p:sp>
        <p:nvSpPr>
          <p:cNvPr id="3" name="Shape 1"/>
          <p:cNvSpPr/>
          <p:nvPr/>
        </p:nvSpPr>
        <p:spPr>
          <a:xfrm>
            <a:off x="0" y="914400"/>
            <a:ext cx="12192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03632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Recommended Actions</a:t>
            </a:r>
            <a:endParaRPr lang="en-US" sz="2933" dirty="0"/>
          </a:p>
        </p:txBody>
      </p:sp>
      <p:sp>
        <p:nvSpPr>
          <p:cNvPr id="5" name="Text 3"/>
          <p:cNvSpPr/>
          <p:nvPr/>
        </p:nvSpPr>
        <p:spPr>
          <a:xfrm>
            <a:off x="365760" y="926592"/>
            <a:ext cx="1097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 – Management Action Summary</a:t>
            </a:r>
            <a:endParaRPr lang="en-US" sz="1467" dirty="0"/>
          </a:p>
        </p:txBody>
      </p:sp>
      <p:sp>
        <p:nvSpPr>
          <p:cNvPr id="10" name="Shape 7"/>
          <p:cNvSpPr/>
          <p:nvPr/>
        </p:nvSpPr>
        <p:spPr>
          <a:xfrm>
            <a:off x="243840" y="1280160"/>
            <a:ext cx="3779520" cy="463296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3840" y="1280160"/>
            <a:ext cx="3779520" cy="51206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1341120"/>
            <a:ext cx="353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Issues</a:t>
            </a:r>
            <a:endParaRPr lang="en-US" sz="1467" dirty="0"/>
          </a:p>
        </p:txBody>
      </p:sp>
      <p:sp>
        <p:nvSpPr>
          <p:cNvPr id="13" name="Shape 10"/>
          <p:cNvSpPr/>
          <p:nvPr/>
        </p:nvSpPr>
        <p:spPr>
          <a:xfrm>
            <a:off x="341376" y="1889760"/>
            <a:ext cx="3584448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1376" y="1889760"/>
            <a:ext cx="73152" cy="82905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7680" y="1938528"/>
            <a:ext cx="335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</a:t>
            </a:r>
            <a:r>
              <a:rPr lang="en-US" sz="1333" b="1" u="sng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at 69% </a:t>
            </a:r>
            <a:r>
              <a:rPr lang="en-US" sz="113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&gt;</a:t>
            </a:r>
            <a:r>
              <a:rPr lang="en-US" sz="1333" b="1" u="sng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target </a:t>
            </a:r>
            <a:endParaRPr lang="en-US" sz="1333" b="1" u="sng" dirty="0"/>
          </a:p>
        </p:txBody>
      </p:sp>
      <p:sp>
        <p:nvSpPr>
          <p:cNvPr id="16" name="Shape 13"/>
          <p:cNvSpPr/>
          <p:nvPr/>
        </p:nvSpPr>
        <p:spPr>
          <a:xfrm>
            <a:off x="341376" y="2828544"/>
            <a:ext cx="3584448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1376" y="2828544"/>
            <a:ext cx="73152" cy="82905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7680" y="2877312"/>
            <a:ext cx="335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Grinding </a:t>
            </a:r>
            <a:r>
              <a:rPr lang="en-US" sz="1333" b="1" u="sng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- (36,256 ppm) </a:t>
            </a:r>
            <a:r>
              <a:rPr lang="en-US" sz="113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</a:t>
            </a:r>
          </a:p>
          <a:p>
            <a:r>
              <a:rPr lang="en-US" sz="113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33" b="1" u="sng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7,500 ppm target  </a:t>
            </a:r>
            <a:r>
              <a:rPr lang="en-US" sz="113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(4.8x )</a:t>
            </a:r>
            <a:endParaRPr lang="en-US" sz="1133" dirty="0"/>
          </a:p>
        </p:txBody>
      </p:sp>
      <p:sp>
        <p:nvSpPr>
          <p:cNvPr id="19" name="Shape 16"/>
          <p:cNvSpPr/>
          <p:nvPr/>
        </p:nvSpPr>
        <p:spPr>
          <a:xfrm>
            <a:off x="341376" y="3767328"/>
            <a:ext cx="3584448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41376" y="3767328"/>
            <a:ext cx="73152" cy="82905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7680" y="3816096"/>
            <a:ext cx="335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Grinding </a:t>
            </a:r>
            <a:r>
              <a:rPr lang="en-US" sz="1333" b="1" u="sng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(21,361 ppm)</a:t>
            </a:r>
            <a:r>
              <a:rPr lang="en-US" sz="113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exceeds </a:t>
            </a:r>
          </a:p>
          <a:p>
            <a:r>
              <a:rPr lang="en-US" sz="1333" b="1" u="sng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ppm target </a:t>
            </a:r>
            <a:r>
              <a:rPr lang="en-US" sz="113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(14x )</a:t>
            </a:r>
            <a:endParaRPr lang="en-US" sz="1133" dirty="0"/>
          </a:p>
        </p:txBody>
      </p:sp>
      <p:sp>
        <p:nvSpPr>
          <p:cNvPr id="22" name="Shape 19"/>
          <p:cNvSpPr/>
          <p:nvPr/>
        </p:nvSpPr>
        <p:spPr>
          <a:xfrm>
            <a:off x="341376" y="4706112"/>
            <a:ext cx="3584448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41376" y="4706112"/>
            <a:ext cx="73152" cy="82905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7680" y="4754880"/>
            <a:ext cx="335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 rework (7,638 ppm) and rejection (1,939 ppm)</a:t>
            </a:r>
          </a:p>
          <a:p>
            <a:r>
              <a:rPr lang="en-US" sz="1333" b="1" u="sng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both above targets )</a:t>
            </a:r>
            <a:endParaRPr lang="en-US" sz="1333" b="1" u="sng" dirty="0"/>
          </a:p>
        </p:txBody>
      </p:sp>
      <p:sp>
        <p:nvSpPr>
          <p:cNvPr id="25" name="Shape 22"/>
          <p:cNvSpPr/>
          <p:nvPr/>
        </p:nvSpPr>
        <p:spPr>
          <a:xfrm>
            <a:off x="4230624" y="1280160"/>
            <a:ext cx="3779520" cy="4632960"/>
          </a:xfrm>
          <a:prstGeom prst="rect">
            <a:avLst/>
          </a:prstGeom>
          <a:solidFill>
            <a:srgbClr val="F0FFF4"/>
          </a:solidFill>
          <a:ln w="12700">
            <a:solidFill>
              <a:srgbClr val="38A1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230624" y="1280160"/>
            <a:ext cx="3779520" cy="512064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352544" y="1341120"/>
            <a:ext cx="353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Highlights</a:t>
            </a:r>
            <a:endParaRPr lang="en-US" sz="1467" dirty="0"/>
          </a:p>
        </p:txBody>
      </p:sp>
      <p:sp>
        <p:nvSpPr>
          <p:cNvPr id="28" name="Shape 25"/>
          <p:cNvSpPr/>
          <p:nvPr/>
        </p:nvSpPr>
        <p:spPr>
          <a:xfrm>
            <a:off x="4328160" y="1889760"/>
            <a:ext cx="3584448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28160" y="1889760"/>
            <a:ext cx="73152" cy="829056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474464" y="1938528"/>
            <a:ext cx="335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 rejection KPI met: 162 ppm vs 400 ppm target — </a:t>
            </a:r>
            <a:r>
              <a:rPr lang="en-US" sz="1333" b="1" u="sng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performance</a:t>
            </a:r>
            <a:endParaRPr lang="en-US" sz="1333" b="1" u="sng" dirty="0"/>
          </a:p>
        </p:txBody>
      </p:sp>
      <p:sp>
        <p:nvSpPr>
          <p:cNvPr id="31" name="Shape 28"/>
          <p:cNvSpPr/>
          <p:nvPr/>
        </p:nvSpPr>
        <p:spPr>
          <a:xfrm>
            <a:off x="4328160" y="2828544"/>
            <a:ext cx="3584448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328160" y="2828544"/>
            <a:ext cx="73152" cy="829056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474464" y="2877312"/>
            <a:ext cx="335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machining rejection : 4.98 ppm vs 150 ppm target</a:t>
            </a:r>
          </a:p>
          <a:p>
            <a:r>
              <a:rPr lang="en-US" sz="1333" b="1" u="sng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( Rejection )</a:t>
            </a:r>
            <a:endParaRPr lang="en-US" sz="1333" b="1" u="sng" dirty="0"/>
          </a:p>
        </p:txBody>
      </p:sp>
      <p:sp>
        <p:nvSpPr>
          <p:cNvPr id="34" name="Shape 31"/>
          <p:cNvSpPr/>
          <p:nvPr/>
        </p:nvSpPr>
        <p:spPr>
          <a:xfrm>
            <a:off x="4328160" y="3767328"/>
            <a:ext cx="3584448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328160" y="3767328"/>
            <a:ext cx="73152" cy="829056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474464" y="3816096"/>
            <a:ext cx="335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rejection </a:t>
            </a:r>
            <a:r>
              <a:rPr lang="en-US" sz="1333" b="1" u="sng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target</a:t>
            </a:r>
            <a:r>
              <a:rPr lang="en-US" sz="113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161.8 ppm vs 700 ppm</a:t>
            </a:r>
            <a:endParaRPr lang="en-US" sz="1133" dirty="0"/>
          </a:p>
        </p:txBody>
      </p:sp>
      <p:sp>
        <p:nvSpPr>
          <p:cNvPr id="37" name="Shape 34"/>
          <p:cNvSpPr/>
          <p:nvPr/>
        </p:nvSpPr>
        <p:spPr>
          <a:xfrm>
            <a:off x="4328160" y="4706112"/>
            <a:ext cx="3584448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328160" y="4706112"/>
            <a:ext cx="73152" cy="829056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474464" y="4754880"/>
            <a:ext cx="335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section: </a:t>
            </a:r>
            <a:r>
              <a:rPr lang="en-US" sz="1333" b="1" u="sng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rejection</a:t>
            </a:r>
            <a:r>
              <a:rPr lang="en-US" sz="113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consistent OEE ~60%</a:t>
            </a:r>
            <a:endParaRPr lang="en-US" sz="1133" dirty="0"/>
          </a:p>
        </p:txBody>
      </p:sp>
      <p:sp>
        <p:nvSpPr>
          <p:cNvPr id="40" name="Shape 37"/>
          <p:cNvSpPr/>
          <p:nvPr/>
        </p:nvSpPr>
        <p:spPr>
          <a:xfrm>
            <a:off x="8217408" y="1280160"/>
            <a:ext cx="3779520" cy="4632960"/>
          </a:xfrm>
          <a:prstGeom prst="rect">
            <a:avLst/>
          </a:prstGeom>
          <a:solidFill>
            <a:srgbClr val="EBF8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8217408" y="1280160"/>
            <a:ext cx="3779520" cy="5120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339328" y="1341120"/>
            <a:ext cx="353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Plan </a:t>
            </a:r>
            <a:endParaRPr lang="en-US" sz="1467" dirty="0"/>
          </a:p>
        </p:txBody>
      </p:sp>
      <p:sp>
        <p:nvSpPr>
          <p:cNvPr id="43" name="Shape 40"/>
          <p:cNvSpPr/>
          <p:nvPr/>
        </p:nvSpPr>
        <p:spPr>
          <a:xfrm>
            <a:off x="8314944" y="1889760"/>
            <a:ext cx="3584448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314944" y="1889760"/>
            <a:ext cx="73152" cy="82905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461248" y="1938528"/>
            <a:ext cx="335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Deep-dive on IG.17 &amp; IG.19 </a:t>
            </a:r>
            <a:r>
              <a:rPr lang="en-US" sz="1200" b="1" u="sng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333" b="1" u="sng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for high rework</a:t>
            </a:r>
            <a:r>
              <a:rPr lang="en-US" sz="133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3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(&gt;8%)</a:t>
            </a:r>
            <a:endParaRPr lang="en-US" sz="1133" dirty="0"/>
          </a:p>
        </p:txBody>
      </p:sp>
      <p:sp>
        <p:nvSpPr>
          <p:cNvPr id="46" name="Shape 43"/>
          <p:cNvSpPr/>
          <p:nvPr/>
        </p:nvSpPr>
        <p:spPr>
          <a:xfrm>
            <a:off x="8314944" y="2828544"/>
            <a:ext cx="3584448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314944" y="2828544"/>
            <a:ext cx="73152" cy="82905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461248" y="2877312"/>
            <a:ext cx="335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u="sng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preventive maintenance </a:t>
            </a:r>
            <a:r>
              <a:rPr lang="en-US" sz="113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low OEE machines (EG.04, IG.17)</a:t>
            </a:r>
            <a:endParaRPr lang="en-US" sz="1133" dirty="0"/>
          </a:p>
        </p:txBody>
      </p:sp>
      <p:sp>
        <p:nvSpPr>
          <p:cNvPr id="49" name="Shape 46"/>
          <p:cNvSpPr/>
          <p:nvPr/>
        </p:nvSpPr>
        <p:spPr>
          <a:xfrm>
            <a:off x="8314944" y="3767328"/>
            <a:ext cx="3584448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314944" y="3767328"/>
            <a:ext cx="73152" cy="82905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461248" y="3816096"/>
            <a:ext cx="335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</a:t>
            </a:r>
            <a:r>
              <a:rPr lang="en-US" sz="1333" b="1" u="sng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planning </a:t>
            </a:r>
            <a:r>
              <a:rPr lang="en-US" sz="113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align capacity to achieve &gt;95% target</a:t>
            </a:r>
            <a:endParaRPr lang="en-US" sz="1133" dirty="0"/>
          </a:p>
        </p:txBody>
      </p:sp>
      <p:sp>
        <p:nvSpPr>
          <p:cNvPr id="52" name="Shape 49"/>
          <p:cNvSpPr/>
          <p:nvPr/>
        </p:nvSpPr>
        <p:spPr>
          <a:xfrm>
            <a:off x="8314944" y="4706112"/>
            <a:ext cx="3584448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314944" y="4706112"/>
            <a:ext cx="73152" cy="82905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461248" y="4754880"/>
            <a:ext cx="335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 </a:t>
            </a:r>
            <a:r>
              <a:rPr lang="en-US" sz="1333" b="1" u="sng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 and HO best practices</a:t>
            </a:r>
            <a:r>
              <a:rPr lang="en-US" sz="1133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replicate across IG/EG machines</a:t>
            </a:r>
            <a:endParaRPr lang="en-US" sz="1133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4387F15F-5165-8B65-50B3-6EB17255A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5121" y="15802"/>
            <a:ext cx="1580980" cy="8659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2533</Words>
  <Application>Microsoft Office PowerPoint</Application>
  <PresentationFormat>Widescreen</PresentationFormat>
  <Paragraphs>1388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Arial Black</vt:lpstr>
      <vt:lpstr>Calibri</vt:lpstr>
      <vt:lpstr>Calibri </vt:lpstr>
      <vt:lpstr>Calibri Light</vt:lpstr>
      <vt:lpstr>Clibari</vt:lpstr>
      <vt:lpstr>Liter</vt:lpstr>
      <vt:lpstr>Quattrocento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Nikhil Rana</dc:creator>
  <cp:lastModifiedBy>Nikhil Rana</cp:lastModifiedBy>
  <cp:revision>2</cp:revision>
  <dcterms:created xsi:type="dcterms:W3CDTF">2026-03-25T06:53:21Z</dcterms:created>
  <dcterms:modified xsi:type="dcterms:W3CDTF">2026-03-25T12:48:14Z</dcterms:modified>
</cp:coreProperties>
</file>